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3015E-6B51-4E22-8A1F-DDE861B6F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32E15B-8309-4F35-BDF3-F6F3A1D920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15E7E-333F-4B66-8640-3118A5384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4DCD-1239-4653-B9CC-588A13D7C96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C4904-EF92-4F6A-B705-AA67C27B1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4B82A-66A4-4F7B-864E-63785797A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8E34-BB34-48B5-AEA3-42AF5FE51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062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C9986-65B2-4822-A6F0-42FD64060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B007F-FD6C-4AD0-8B0B-E85EE45DC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DA3C3-AB90-4E78-BE90-BDED17A4D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4DCD-1239-4653-B9CC-588A13D7C96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0404E-E961-42CE-8461-12F876D7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64069-82CD-4001-B9B0-88CF88683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8E34-BB34-48B5-AEA3-42AF5FE51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10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73A9-4363-4F85-B32C-F95CA8C9E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D6E3E-AFD6-42D5-92DE-8849B4F3C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8BA14-67D8-4C55-B23C-16E756A2D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4DCD-1239-4653-B9CC-588A13D7C96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C9278-3DC7-445E-8D35-DE702BA94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7BC4B-0DEE-4A24-9C1B-3478B5C9C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8E34-BB34-48B5-AEA3-42AF5FE51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39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ADE7-FC2D-4982-8578-A02A44C63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34B97-0790-4DC6-AB86-CAE722EFF8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91D062-0A0B-44BA-9B7A-3A12FD719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033040-6494-4864-8DCD-957642C94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4DCD-1239-4653-B9CC-588A13D7C96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54E5D0-642E-4BD7-9324-4F2F3CB8B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DF8A53-6C5D-4CD1-8661-5575C9F24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8E34-BB34-48B5-AEA3-42AF5FE51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843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7988A-A41C-4A25-9C21-8A5C8A5A4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50E777-7A26-449B-97D1-B94D52721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7260E-504A-4E03-974B-B4AA78D95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30DBAC-F248-44AC-9C93-778B896E31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C37310-72CD-4B14-9ECC-0013B02157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0C8780-3D51-4970-8002-5D0909901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4DCD-1239-4653-B9CC-588A13D7C96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94C77D-6403-428B-B337-84C1C36E8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0D7D56-ADB2-4683-9BE0-8D5659615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8E34-BB34-48B5-AEA3-42AF5FE51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126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D6F96-E97E-4C9D-B221-F803D9CFE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55B17E-1737-4E17-AD72-200078DFF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4DCD-1239-4653-B9CC-588A13D7C96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9A6786-D270-4333-B8E8-BB89F5E2D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B03D41-B40C-49A0-86B1-8429169DC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8E34-BB34-48B5-AEA3-42AF5FE51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502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63916D-4AA7-44DD-A413-B6947252C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4DCD-1239-4653-B9CC-588A13D7C96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81F6F4-ED53-4BAE-AF9B-65C47D425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EA039-9715-4F33-990F-9802154BE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8E34-BB34-48B5-AEA3-42AF5FE51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367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FE309-D6A6-40F9-BA00-BEE4E8C5D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38AAA-B13C-46A6-AD16-EC3105110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B9FE3-19A9-41DA-8BDC-5358EFFBE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79BE47-54E4-4FD9-B3EB-C6776E35F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4DCD-1239-4653-B9CC-588A13D7C96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12C5F-5D86-44E1-90E1-DCB1D6F28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CE98C-0820-4827-8EE9-24C17F03B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8E34-BB34-48B5-AEA3-42AF5FE51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281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9291F-6475-4DDC-A9EC-28FAEE6AF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2EB3E1-0F67-43FB-8249-D3030EDE41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65669-12CD-4C6C-BF2B-2236CA2F9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5A8F0-4E43-47E6-B9DD-554584492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4DCD-1239-4653-B9CC-588A13D7C96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A8913-EE12-4FA5-B04D-3FE96CDA4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3A6A3-E6F6-49D2-9B05-9AC64B5DA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8E34-BB34-48B5-AEA3-42AF5FE51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058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36B5F-E683-41EB-9283-FDCB9D899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746315-FFAE-4E0E-9BD2-1CA8133B76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DF6A6-E0B2-41E0-9CE3-5F9112C53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4DCD-1239-4653-B9CC-588A13D7C96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3D362-8081-4EEC-806F-8F2D91F88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24E1D-F1B9-42A2-B18F-45941A82C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8E34-BB34-48B5-AEA3-42AF5FE51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861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318F9C-59BF-477B-943A-31CC88012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E497EE-9FD7-4659-A223-59F47B5C8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0CC54-6F1D-4E64-95CD-978836947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4DCD-1239-4653-B9CC-588A13D7C96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EDC1D-A597-4DA9-BA33-2A1FE8F6A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27FF7-AA76-466A-9016-CF07A4686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8E34-BB34-48B5-AEA3-42AF5FE51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976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D4FBD6-3E26-432D-9EE2-F9B7DFCD3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BFF49-540C-4881-A8FC-0FCD942AE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2D58D-BEBA-428D-A0B4-6227E60E71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74DCD-1239-4653-B9CC-588A13D7C96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9CE47-A152-4C4E-868A-FEDA916928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75428-DD3B-476E-9F95-CF1CBB3BDE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D88E34-BB34-48B5-AEA3-42AF5FE51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631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ADE1D7-FBEE-48E5-835C-B03FC47F22D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DDBAAA-67D3-4E32-B665-DF25D53688F0}"/>
              </a:ext>
            </a:extLst>
          </p:cNvPr>
          <p:cNvSpPr txBox="1"/>
          <p:nvPr/>
        </p:nvSpPr>
        <p:spPr>
          <a:xfrm>
            <a:off x="1016000" y="1905000"/>
            <a:ext cx="10160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5400" b="1" dirty="0"/>
              <a:t>FLOWCHART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75D49B-E5B7-4FF9-B611-CC32B9237DD1}"/>
              </a:ext>
            </a:extLst>
          </p:cNvPr>
          <p:cNvSpPr txBox="1"/>
          <p:nvPr/>
        </p:nvSpPr>
        <p:spPr>
          <a:xfrm>
            <a:off x="1905000" y="2998694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3200" dirty="0" err="1"/>
              <a:t>Algoritma</a:t>
            </a:r>
            <a:r>
              <a:rPr lang="en-US" sz="3200" dirty="0"/>
              <a:t> dan </a:t>
            </a:r>
            <a:r>
              <a:rPr lang="en-US" sz="3200" dirty="0" err="1"/>
              <a:t>Pemrograman</a:t>
            </a:r>
            <a:r>
              <a:rPr lang="en-US" sz="3200" dirty="0"/>
              <a:t> Dasar</a:t>
            </a:r>
          </a:p>
        </p:txBody>
      </p:sp>
    </p:spTree>
    <p:extLst>
      <p:ext uri="{BB962C8B-B14F-4D97-AF65-F5344CB8AC3E}">
        <p14:creationId xmlns:p14="http://schemas.microsoft.com/office/powerpoint/2010/main" val="2597054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2138AC-FEBD-441D-85D8-6211A6AF6E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E2D319-39C3-4F15-BAA5-8E045191DB27}"/>
              </a:ext>
            </a:extLst>
          </p:cNvPr>
          <p:cNvSpPr txBox="1"/>
          <p:nvPr/>
        </p:nvSpPr>
        <p:spPr>
          <a:xfrm>
            <a:off x="863600" y="851647"/>
            <a:ext cx="10795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 dirty="0" err="1"/>
              <a:t>Apa</a:t>
            </a:r>
            <a:r>
              <a:rPr lang="en-US" sz="3600" b="1" dirty="0"/>
              <a:t> </a:t>
            </a:r>
            <a:r>
              <a:rPr lang="en-US" sz="3600" b="1" dirty="0" err="1"/>
              <a:t>Itu</a:t>
            </a:r>
            <a:r>
              <a:rPr lang="en-US" sz="3600" b="1" dirty="0"/>
              <a:t> Flowchart?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37F4FB-9395-44AA-A8BC-6B48E31FA4E4}"/>
              </a:ext>
            </a:extLst>
          </p:cNvPr>
          <p:cNvSpPr txBox="1"/>
          <p:nvPr/>
        </p:nvSpPr>
        <p:spPr>
          <a:xfrm>
            <a:off x="1016000" y="1451665"/>
            <a:ext cx="10160000" cy="5360314"/>
          </a:xfrm>
          <a:prstGeom prst="rect">
            <a:avLst/>
          </a:prstGeom>
          <a:noFill/>
        </p:spPr>
        <p:txBody>
          <a:bodyPr vert="horz" wrap="square" lIns="127000" tIns="127000" rIns="127000" bIns="127000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Flowchart </a:t>
            </a:r>
            <a:r>
              <a:rPr lang="en-US" sz="2800" dirty="0" err="1"/>
              <a:t>atau</a:t>
            </a:r>
            <a:r>
              <a:rPr lang="en-US" sz="2800" dirty="0"/>
              <a:t> diagram </a:t>
            </a:r>
            <a:r>
              <a:rPr lang="en-US" sz="2800" dirty="0" err="1"/>
              <a:t>alir</a:t>
            </a:r>
            <a:r>
              <a:rPr lang="en-US" sz="2800" dirty="0"/>
              <a:t> </a:t>
            </a:r>
            <a:r>
              <a:rPr lang="en-US" sz="2800" dirty="0" err="1"/>
              <a:t>adalah</a:t>
            </a:r>
            <a:r>
              <a:rPr lang="en-US" sz="2800" dirty="0"/>
              <a:t> </a:t>
            </a:r>
            <a:r>
              <a:rPr lang="en-US" sz="2800" dirty="0" err="1"/>
              <a:t>gambaran</a:t>
            </a:r>
            <a:r>
              <a:rPr lang="en-US" sz="2800" dirty="0"/>
              <a:t> visual </a:t>
            </a:r>
            <a:r>
              <a:rPr lang="en-US" sz="2800" dirty="0" err="1"/>
              <a:t>dari</a:t>
            </a:r>
            <a:r>
              <a:rPr lang="en-US" sz="2800" dirty="0"/>
              <a:t> </a:t>
            </a:r>
            <a:r>
              <a:rPr lang="en-US" sz="2800" dirty="0" err="1"/>
              <a:t>langkah-langkah</a:t>
            </a:r>
            <a:r>
              <a:rPr lang="en-US" sz="2800" dirty="0"/>
              <a:t> </a:t>
            </a:r>
            <a:r>
              <a:rPr lang="en-US" sz="2800" dirty="0" err="1"/>
              <a:t>algoritma</a:t>
            </a:r>
            <a:r>
              <a:rPr lang="en-US" sz="280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Flowchart </a:t>
            </a:r>
            <a:r>
              <a:rPr lang="en-US" sz="2800" dirty="0" err="1"/>
              <a:t>menggunakan</a:t>
            </a:r>
            <a:r>
              <a:rPr lang="en-US" sz="2800" dirty="0"/>
              <a:t> </a:t>
            </a:r>
            <a:r>
              <a:rPr lang="en-US" sz="2800" dirty="0" err="1"/>
              <a:t>simbol-simbol</a:t>
            </a:r>
            <a:r>
              <a:rPr lang="en-US" sz="2800" dirty="0"/>
              <a:t> </a:t>
            </a:r>
            <a:r>
              <a:rPr lang="en-US" sz="2800" dirty="0" err="1"/>
              <a:t>standar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menggambarkan</a:t>
            </a:r>
            <a:r>
              <a:rPr lang="en-US" sz="2800" dirty="0"/>
              <a:t> proses.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/>
              <a:t>Setiap</a:t>
            </a:r>
            <a:r>
              <a:rPr lang="en-US" sz="2800" dirty="0"/>
              <a:t> </a:t>
            </a:r>
            <a:r>
              <a:rPr lang="en-US" sz="2800" dirty="0" err="1"/>
              <a:t>simbol</a:t>
            </a:r>
            <a:r>
              <a:rPr lang="en-US" sz="2800" dirty="0"/>
              <a:t> </a:t>
            </a:r>
            <a:r>
              <a:rPr lang="en-US" sz="2800" dirty="0" err="1"/>
              <a:t>memiliki</a:t>
            </a:r>
            <a:r>
              <a:rPr lang="en-US" sz="2800" dirty="0"/>
              <a:t> </a:t>
            </a:r>
            <a:r>
              <a:rPr lang="en-US" sz="2800" dirty="0" err="1"/>
              <a:t>fungsi</a:t>
            </a:r>
            <a:r>
              <a:rPr lang="en-US" sz="2800" dirty="0"/>
              <a:t> yang </a:t>
            </a:r>
            <a:r>
              <a:rPr lang="en-US" sz="2800" dirty="0" err="1"/>
              <a:t>berbeda</a:t>
            </a:r>
            <a:r>
              <a:rPr lang="en-US" sz="280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Alur proses </a:t>
            </a:r>
            <a:r>
              <a:rPr lang="en-US" sz="2800" dirty="0" err="1"/>
              <a:t>biasanya</a:t>
            </a:r>
            <a:r>
              <a:rPr lang="en-US" sz="2800" dirty="0"/>
              <a:t> </a:t>
            </a:r>
            <a:r>
              <a:rPr lang="en-US" sz="2800" dirty="0" err="1"/>
              <a:t>dibaca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</a:t>
            </a:r>
            <a:r>
              <a:rPr lang="en-US" sz="2800" dirty="0" err="1"/>
              <a:t>atas</a:t>
            </a:r>
            <a:r>
              <a:rPr lang="en-US" sz="2800" dirty="0"/>
              <a:t>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bawah</a:t>
            </a:r>
            <a:r>
              <a:rPr lang="en-US" sz="2800" dirty="0"/>
              <a:t> </a:t>
            </a:r>
            <a:r>
              <a:rPr lang="en-US" sz="2800" dirty="0" err="1"/>
              <a:t>atau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</a:t>
            </a:r>
            <a:r>
              <a:rPr lang="en-US" sz="2800" dirty="0" err="1"/>
              <a:t>kiri</a:t>
            </a:r>
            <a:r>
              <a:rPr lang="en-US" sz="2800" dirty="0"/>
              <a:t>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kanan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7430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B3C52B-1E18-48D0-B796-1438E4D6FF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E41B67-6B1D-4D43-8A3E-44EA4F539116}"/>
              </a:ext>
            </a:extLst>
          </p:cNvPr>
          <p:cNvSpPr txBox="1"/>
          <p:nvPr/>
        </p:nvSpPr>
        <p:spPr>
          <a:xfrm>
            <a:off x="1016000" y="1097002"/>
            <a:ext cx="10795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 dirty="0" err="1"/>
              <a:t>Mengapa</a:t>
            </a:r>
            <a:r>
              <a:rPr lang="en-US" sz="3600" b="1" dirty="0"/>
              <a:t> </a:t>
            </a:r>
            <a:r>
              <a:rPr lang="en-US" sz="3600" b="1" dirty="0" err="1"/>
              <a:t>Menggunakan</a:t>
            </a:r>
            <a:r>
              <a:rPr lang="en-US" sz="3600" b="1" dirty="0"/>
              <a:t> Flowchart?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E30B78-678B-405D-AF88-20397C9878F0}"/>
              </a:ext>
            </a:extLst>
          </p:cNvPr>
          <p:cNvSpPr txBox="1"/>
          <p:nvPr/>
        </p:nvSpPr>
        <p:spPr>
          <a:xfrm>
            <a:off x="1016000" y="1651000"/>
            <a:ext cx="10160000" cy="3421321"/>
          </a:xfrm>
          <a:prstGeom prst="rect">
            <a:avLst/>
          </a:prstGeom>
          <a:noFill/>
        </p:spPr>
        <p:txBody>
          <a:bodyPr vert="horz" wrap="square" lIns="127000" tIns="127000" rIns="127000" bIns="127000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/>
              <a:t>Memudahkan</a:t>
            </a:r>
            <a:r>
              <a:rPr lang="en-US" sz="2800" dirty="0"/>
              <a:t> </a:t>
            </a:r>
            <a:r>
              <a:rPr lang="en-US" sz="2800" dirty="0" err="1"/>
              <a:t>memahami</a:t>
            </a:r>
            <a:r>
              <a:rPr lang="en-US" sz="2800" dirty="0"/>
              <a:t> </a:t>
            </a:r>
            <a:r>
              <a:rPr lang="en-US" sz="2800" dirty="0" err="1"/>
              <a:t>alur</a:t>
            </a:r>
            <a:r>
              <a:rPr lang="en-US" sz="2800" dirty="0"/>
              <a:t> </a:t>
            </a:r>
            <a:r>
              <a:rPr lang="en-US" sz="2800" dirty="0" err="1"/>
              <a:t>sebuah</a:t>
            </a:r>
            <a:r>
              <a:rPr lang="en-US" sz="2800" dirty="0"/>
              <a:t> </a:t>
            </a:r>
            <a:r>
              <a:rPr lang="en-US" sz="2800" dirty="0" err="1"/>
              <a:t>algoritma</a:t>
            </a:r>
            <a:r>
              <a:rPr lang="en-US" sz="2800" dirty="0"/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/>
              <a:t>Membantu</a:t>
            </a:r>
            <a:r>
              <a:rPr lang="en-US" sz="2800" dirty="0"/>
              <a:t> </a:t>
            </a:r>
            <a:r>
              <a:rPr lang="en-US" sz="2800" dirty="0" err="1"/>
              <a:t>menemukan</a:t>
            </a:r>
            <a:r>
              <a:rPr lang="en-US" sz="2800" dirty="0"/>
              <a:t> </a:t>
            </a:r>
            <a:r>
              <a:rPr lang="en-US" sz="2800" dirty="0" err="1"/>
              <a:t>kesalahan</a:t>
            </a:r>
            <a:r>
              <a:rPr lang="en-US" sz="2800" dirty="0"/>
              <a:t>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dirty="0" err="1"/>
              <a:t>logika</a:t>
            </a:r>
            <a:r>
              <a:rPr lang="en-US" sz="2800" dirty="0"/>
              <a:t> program.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/>
              <a:t>Mempermudah</a:t>
            </a:r>
            <a:r>
              <a:rPr lang="en-US" sz="2800" dirty="0"/>
              <a:t> </a:t>
            </a:r>
            <a:r>
              <a:rPr lang="en-US" sz="2800" dirty="0" err="1"/>
              <a:t>menjelaskan</a:t>
            </a:r>
            <a:r>
              <a:rPr lang="en-US" sz="2800" dirty="0"/>
              <a:t> </a:t>
            </a:r>
            <a:r>
              <a:rPr lang="en-US" sz="2800" dirty="0" err="1"/>
              <a:t>algoritma</a:t>
            </a:r>
            <a:r>
              <a:rPr lang="en-US" sz="2800" dirty="0"/>
              <a:t> </a:t>
            </a:r>
            <a:r>
              <a:rPr lang="en-US" sz="2800" dirty="0" err="1"/>
              <a:t>kepada</a:t>
            </a:r>
            <a:r>
              <a:rPr lang="en-US" sz="2800" dirty="0"/>
              <a:t> orang lain.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/>
              <a:t>Menjadi</a:t>
            </a:r>
            <a:r>
              <a:rPr lang="en-US" sz="2800" dirty="0"/>
              <a:t> </a:t>
            </a:r>
            <a:r>
              <a:rPr lang="en-US" sz="2800" dirty="0" err="1"/>
              <a:t>dasar</a:t>
            </a:r>
            <a:r>
              <a:rPr lang="en-US" sz="2800" dirty="0"/>
              <a:t> </a:t>
            </a:r>
            <a:r>
              <a:rPr lang="en-US" sz="2800" dirty="0" err="1"/>
              <a:t>sebelum</a:t>
            </a:r>
            <a:r>
              <a:rPr lang="en-US" sz="2800" dirty="0"/>
              <a:t> </a:t>
            </a:r>
            <a:r>
              <a:rPr lang="en-US" sz="2800" dirty="0" err="1"/>
              <a:t>algoritma</a:t>
            </a:r>
            <a:r>
              <a:rPr lang="en-US" sz="2800" dirty="0"/>
              <a:t> </a:t>
            </a:r>
            <a:r>
              <a:rPr lang="en-US" sz="2800" dirty="0" err="1"/>
              <a:t>diubah</a:t>
            </a:r>
            <a:r>
              <a:rPr lang="en-US" sz="2800" dirty="0"/>
              <a:t> </a:t>
            </a:r>
            <a:r>
              <a:rPr lang="en-US" sz="2800" dirty="0" err="1"/>
              <a:t>menjadi</a:t>
            </a:r>
            <a:r>
              <a:rPr lang="en-US" sz="2800" dirty="0"/>
              <a:t> </a:t>
            </a:r>
            <a:r>
              <a:rPr lang="en-US" sz="2800" dirty="0" err="1"/>
              <a:t>kode</a:t>
            </a:r>
            <a:r>
              <a:rPr lang="en-US" sz="2800" dirty="0"/>
              <a:t> program.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55883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C993B4-A7D8-474D-A251-FCD98CF599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7412F6-36CD-4D98-B510-C9035DB1EC63}"/>
              </a:ext>
            </a:extLst>
          </p:cNvPr>
          <p:cNvSpPr txBox="1"/>
          <p:nvPr/>
        </p:nvSpPr>
        <p:spPr>
          <a:xfrm>
            <a:off x="1016000" y="865094"/>
            <a:ext cx="10795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 dirty="0" err="1"/>
              <a:t>Hubungan</a:t>
            </a:r>
            <a:r>
              <a:rPr lang="en-US" sz="3600" b="1" dirty="0"/>
              <a:t> </a:t>
            </a:r>
            <a:r>
              <a:rPr lang="en-US" sz="3600" b="1" dirty="0" err="1"/>
              <a:t>Algoritma</a:t>
            </a:r>
            <a:r>
              <a:rPr lang="en-US" sz="3600" b="1" dirty="0"/>
              <a:t>, Flowchart, dan Program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6004BC-CD5E-489D-82C5-BBE054DC185D}"/>
              </a:ext>
            </a:extLst>
          </p:cNvPr>
          <p:cNvSpPr txBox="1"/>
          <p:nvPr/>
        </p:nvSpPr>
        <p:spPr>
          <a:xfrm>
            <a:off x="1150470" y="1511425"/>
            <a:ext cx="10160000" cy="4612160"/>
          </a:xfrm>
          <a:prstGeom prst="rect">
            <a:avLst/>
          </a:prstGeom>
          <a:noFill/>
        </p:spPr>
        <p:txBody>
          <a:bodyPr vert="horz" wrap="square" lIns="127000" tIns="127000" rIns="127000" bIns="127000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err="1"/>
              <a:t>Algoritma</a:t>
            </a:r>
            <a:r>
              <a:rPr lang="en-US" sz="3200" dirty="0"/>
              <a:t> ? </a:t>
            </a:r>
            <a:r>
              <a:rPr lang="en-US" sz="3200" dirty="0" err="1"/>
              <a:t>langkah-langkah</a:t>
            </a:r>
            <a:r>
              <a:rPr lang="en-US" sz="3200" dirty="0"/>
              <a:t> </a:t>
            </a:r>
            <a:r>
              <a:rPr lang="en-US" sz="3200" dirty="0" err="1"/>
              <a:t>penyelesaian</a:t>
            </a:r>
            <a:r>
              <a:rPr lang="en-US" sz="3200" dirty="0"/>
              <a:t> </a:t>
            </a:r>
            <a:r>
              <a:rPr lang="en-US" sz="3200" dirty="0" err="1"/>
              <a:t>masalah</a:t>
            </a:r>
            <a:r>
              <a:rPr lang="en-US" sz="3200" dirty="0"/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Flowchart ? </a:t>
            </a:r>
            <a:r>
              <a:rPr lang="en-US" sz="3200" dirty="0" err="1"/>
              <a:t>visualisasi</a:t>
            </a:r>
            <a:r>
              <a:rPr lang="en-US" sz="3200" dirty="0"/>
              <a:t> </a:t>
            </a:r>
            <a:r>
              <a:rPr lang="en-US" sz="3200" dirty="0" err="1"/>
              <a:t>dari</a:t>
            </a:r>
            <a:r>
              <a:rPr lang="en-US" sz="3200" dirty="0"/>
              <a:t> </a:t>
            </a:r>
            <a:r>
              <a:rPr lang="en-US" sz="3200" dirty="0" err="1"/>
              <a:t>langkah-langkah</a:t>
            </a:r>
            <a:r>
              <a:rPr lang="en-US" sz="3200" dirty="0"/>
              <a:t> </a:t>
            </a:r>
            <a:r>
              <a:rPr lang="en-US" sz="3200" dirty="0" err="1"/>
              <a:t>algoritma</a:t>
            </a:r>
            <a:r>
              <a:rPr lang="en-US" sz="3200" dirty="0"/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Pseudocode ? </a:t>
            </a:r>
            <a:r>
              <a:rPr lang="en-US" sz="3200" dirty="0" err="1"/>
              <a:t>penulisan</a:t>
            </a:r>
            <a:r>
              <a:rPr lang="en-US" sz="3200" dirty="0"/>
              <a:t> </a:t>
            </a:r>
            <a:r>
              <a:rPr lang="en-US" sz="3200" dirty="0" err="1"/>
              <a:t>algoritma</a:t>
            </a:r>
            <a:r>
              <a:rPr lang="en-US" sz="3200" dirty="0"/>
              <a:t> </a:t>
            </a:r>
            <a:r>
              <a:rPr lang="en-US" sz="3200" dirty="0" err="1"/>
              <a:t>menggunakan</a:t>
            </a:r>
            <a:r>
              <a:rPr lang="en-US" sz="3200" dirty="0"/>
              <a:t> </a:t>
            </a:r>
            <a:r>
              <a:rPr lang="en-US" sz="3200" dirty="0" err="1"/>
              <a:t>bahasa</a:t>
            </a:r>
            <a:r>
              <a:rPr lang="en-US" sz="3200" dirty="0"/>
              <a:t> </a:t>
            </a:r>
            <a:r>
              <a:rPr lang="en-US" sz="3200" dirty="0" err="1"/>
              <a:t>sederhana</a:t>
            </a:r>
            <a:r>
              <a:rPr lang="en-US" sz="3200" dirty="0"/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Program C# ? </a:t>
            </a:r>
            <a:r>
              <a:rPr lang="en-US" sz="3200" dirty="0" err="1"/>
              <a:t>implementasi</a:t>
            </a:r>
            <a:r>
              <a:rPr lang="en-US" sz="3200" dirty="0"/>
              <a:t> </a:t>
            </a:r>
            <a:r>
              <a:rPr lang="en-US" sz="3200" dirty="0" err="1"/>
              <a:t>algoritma</a:t>
            </a:r>
            <a:r>
              <a:rPr lang="en-US" sz="3200" dirty="0"/>
              <a:t> </a:t>
            </a:r>
            <a:r>
              <a:rPr lang="en-US" sz="3200" dirty="0" err="1"/>
              <a:t>ke</a:t>
            </a:r>
            <a:r>
              <a:rPr lang="en-US" sz="3200" dirty="0"/>
              <a:t> </a:t>
            </a:r>
            <a:r>
              <a:rPr lang="en-US" sz="3200" dirty="0" err="1"/>
              <a:t>dalam</a:t>
            </a:r>
            <a:r>
              <a:rPr lang="en-US" sz="3200" dirty="0"/>
              <a:t> </a:t>
            </a:r>
            <a:r>
              <a:rPr lang="en-US" sz="3200" dirty="0" err="1"/>
              <a:t>kode</a:t>
            </a:r>
            <a:r>
              <a:rPr lang="en-US" sz="3200" dirty="0"/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231039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BD4F2B-A954-4FDD-8A46-C4ABB35E6AB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D2FF1C-3119-4051-A091-8D74D95F7534}"/>
              </a:ext>
            </a:extLst>
          </p:cNvPr>
          <p:cNvSpPr txBox="1"/>
          <p:nvPr/>
        </p:nvSpPr>
        <p:spPr>
          <a:xfrm>
            <a:off x="635000" y="802501"/>
            <a:ext cx="10795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 dirty="0" err="1"/>
              <a:t>Simbol</a:t>
            </a:r>
            <a:r>
              <a:rPr lang="en-US" sz="3600" b="1" dirty="0"/>
              <a:t> Terminator</a:t>
            </a:r>
          </a:p>
        </p:txBody>
      </p:sp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7B6B9F1E-7C73-4AB1-AE10-E6DDC74D1B99}"/>
              </a:ext>
            </a:extLst>
          </p:cNvPr>
          <p:cNvSpPr/>
          <p:nvPr/>
        </p:nvSpPr>
        <p:spPr>
          <a:xfrm>
            <a:off x="3429000" y="2159000"/>
            <a:ext cx="5080000" cy="1651000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Mulai / Selesai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563F8A-5D10-4B94-9221-18854A77C566}"/>
              </a:ext>
            </a:extLst>
          </p:cNvPr>
          <p:cNvSpPr txBox="1"/>
          <p:nvPr/>
        </p:nvSpPr>
        <p:spPr>
          <a:xfrm>
            <a:off x="1044388" y="4258558"/>
            <a:ext cx="10103224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dirty="0" err="1"/>
              <a:t>Digunakan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menunjukkan</a:t>
            </a:r>
            <a:r>
              <a:rPr lang="en-US" sz="2800" dirty="0"/>
              <a:t> </a:t>
            </a:r>
            <a:r>
              <a:rPr lang="en-US" sz="2800" dirty="0" err="1"/>
              <a:t>awal</a:t>
            </a:r>
            <a:r>
              <a:rPr lang="en-US" sz="2800" dirty="0"/>
              <a:t> dan </a:t>
            </a:r>
            <a:r>
              <a:rPr lang="en-US" sz="2800" dirty="0" err="1"/>
              <a:t>akhir</a:t>
            </a:r>
            <a:r>
              <a:rPr lang="en-US" sz="2800" dirty="0"/>
              <a:t> </a:t>
            </a:r>
            <a:r>
              <a:rPr lang="en-US" sz="2800" dirty="0" err="1"/>
              <a:t>sebuah</a:t>
            </a:r>
            <a:r>
              <a:rPr lang="en-US" sz="2800" dirty="0"/>
              <a:t> flowchart.</a:t>
            </a:r>
          </a:p>
        </p:txBody>
      </p:sp>
    </p:spTree>
    <p:extLst>
      <p:ext uri="{BB962C8B-B14F-4D97-AF65-F5344CB8AC3E}">
        <p14:creationId xmlns:p14="http://schemas.microsoft.com/office/powerpoint/2010/main" val="4039415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4A8568-598F-4391-B75F-B700039BBF6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5E32DD-0890-4D25-B975-DE0BF42EA30B}"/>
              </a:ext>
            </a:extLst>
          </p:cNvPr>
          <p:cNvSpPr txBox="1"/>
          <p:nvPr/>
        </p:nvSpPr>
        <p:spPr>
          <a:xfrm>
            <a:off x="698500" y="802501"/>
            <a:ext cx="10795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 dirty="0" err="1"/>
              <a:t>Simbol</a:t>
            </a:r>
            <a:r>
              <a:rPr lang="en-US" sz="3600" b="1" dirty="0"/>
              <a:t> Process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23C8BC-841D-4110-A3EE-385B16BB1D7D}"/>
              </a:ext>
            </a:extLst>
          </p:cNvPr>
          <p:cNvSpPr/>
          <p:nvPr/>
        </p:nvSpPr>
        <p:spPr>
          <a:xfrm>
            <a:off x="3429000" y="2159000"/>
            <a:ext cx="5080000" cy="165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Proses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70691B-6601-47A7-AB20-62197F707C21}"/>
              </a:ext>
            </a:extLst>
          </p:cNvPr>
          <p:cNvSpPr txBox="1"/>
          <p:nvPr/>
        </p:nvSpPr>
        <p:spPr>
          <a:xfrm>
            <a:off x="1091453" y="4258558"/>
            <a:ext cx="10009094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dirty="0" err="1"/>
              <a:t>Digunakan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menunjukkan</a:t>
            </a:r>
            <a:r>
              <a:rPr lang="en-US" sz="2800" dirty="0"/>
              <a:t> proses, </a:t>
            </a:r>
            <a:r>
              <a:rPr lang="en-US" sz="2800" dirty="0" err="1"/>
              <a:t>perhitungan</a:t>
            </a:r>
            <a:r>
              <a:rPr lang="en-US" sz="2800" dirty="0"/>
              <a:t>, </a:t>
            </a:r>
            <a:r>
              <a:rPr lang="en-US" sz="2800" dirty="0" err="1"/>
              <a:t>atau</a:t>
            </a:r>
            <a:r>
              <a:rPr lang="en-US" sz="2800" dirty="0"/>
              <a:t> </a:t>
            </a:r>
            <a:r>
              <a:rPr lang="en-US" sz="2800" dirty="0" err="1"/>
              <a:t>instruksi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452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9FC342-EA10-4F03-893D-B69093E48E0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056A31-2EF3-47C3-ADA4-7CA386190086}"/>
              </a:ext>
            </a:extLst>
          </p:cNvPr>
          <p:cNvSpPr txBox="1"/>
          <p:nvPr/>
        </p:nvSpPr>
        <p:spPr>
          <a:xfrm>
            <a:off x="635000" y="381000"/>
            <a:ext cx="1079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Simbol Input / Output</a:t>
            </a:r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24A32F2B-4955-43D7-84F1-7F3DE01E22BD}"/>
              </a:ext>
            </a:extLst>
          </p:cNvPr>
          <p:cNvSpPr/>
          <p:nvPr/>
        </p:nvSpPr>
        <p:spPr>
          <a:xfrm>
            <a:off x="3429000" y="2159000"/>
            <a:ext cx="5080000" cy="1651000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Input / 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552384-7C37-4B0E-98FC-E28051EFF5A6}"/>
              </a:ext>
            </a:extLst>
          </p:cNvPr>
          <p:cNvSpPr txBox="1"/>
          <p:nvPr/>
        </p:nvSpPr>
        <p:spPr>
          <a:xfrm>
            <a:off x="980888" y="4431553"/>
            <a:ext cx="10103224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dirty="0" err="1"/>
              <a:t>Digunakan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menerima</a:t>
            </a:r>
            <a:r>
              <a:rPr lang="en-US" sz="2800" dirty="0"/>
              <a:t> input </a:t>
            </a:r>
            <a:r>
              <a:rPr lang="en-US" sz="2800" dirty="0" err="1"/>
              <a:t>atau</a:t>
            </a:r>
            <a:r>
              <a:rPr lang="en-US" sz="2800" dirty="0"/>
              <a:t> </a:t>
            </a:r>
            <a:r>
              <a:rPr lang="en-US" sz="2800" dirty="0" err="1"/>
              <a:t>menampilkan</a:t>
            </a:r>
            <a:r>
              <a:rPr lang="en-US" sz="2800" dirty="0"/>
              <a:t> output.</a:t>
            </a:r>
          </a:p>
        </p:txBody>
      </p:sp>
    </p:spTree>
    <p:extLst>
      <p:ext uri="{BB962C8B-B14F-4D97-AF65-F5344CB8AC3E}">
        <p14:creationId xmlns:p14="http://schemas.microsoft.com/office/powerpoint/2010/main" val="826180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7AA1C4-D7C1-41F7-8BE3-70DC517734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6F9F76-0133-4850-BCDC-21169D1CBA8B}"/>
              </a:ext>
            </a:extLst>
          </p:cNvPr>
          <p:cNvSpPr txBox="1"/>
          <p:nvPr/>
        </p:nvSpPr>
        <p:spPr>
          <a:xfrm>
            <a:off x="571500" y="649941"/>
            <a:ext cx="1079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 dirty="0" err="1"/>
              <a:t>Simbol</a:t>
            </a:r>
            <a:r>
              <a:rPr lang="en-US" sz="3000" b="1" dirty="0"/>
              <a:t> Decision</a:t>
            </a: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2F3A42C2-0306-4FD1-A426-010E198CFBC1}"/>
              </a:ext>
            </a:extLst>
          </p:cNvPr>
          <p:cNvSpPr/>
          <p:nvPr/>
        </p:nvSpPr>
        <p:spPr>
          <a:xfrm>
            <a:off x="3429000" y="2159000"/>
            <a:ext cx="5080000" cy="16510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Decision / Percabangan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71C15D-ED16-4957-9410-F695776746CC}"/>
              </a:ext>
            </a:extLst>
          </p:cNvPr>
          <p:cNvSpPr txBox="1"/>
          <p:nvPr/>
        </p:nvSpPr>
        <p:spPr>
          <a:xfrm>
            <a:off x="952500" y="4216400"/>
            <a:ext cx="10287000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dirty="0" err="1"/>
              <a:t>Digunakan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mengecek</a:t>
            </a:r>
            <a:r>
              <a:rPr lang="en-US" sz="2800" dirty="0"/>
              <a:t> </a:t>
            </a:r>
            <a:r>
              <a:rPr lang="en-US" sz="2800" dirty="0" err="1"/>
              <a:t>kondisi</a:t>
            </a:r>
            <a:r>
              <a:rPr lang="en-US" sz="2800" dirty="0"/>
              <a:t> dan </a:t>
            </a:r>
            <a:r>
              <a:rPr lang="en-US" sz="2800" dirty="0" err="1"/>
              <a:t>menghasilkan</a:t>
            </a:r>
            <a:r>
              <a:rPr lang="en-US" sz="2800" dirty="0"/>
              <a:t> </a:t>
            </a:r>
            <a:r>
              <a:rPr lang="en-US" sz="2800" dirty="0" err="1"/>
              <a:t>percabangan</a:t>
            </a:r>
            <a:r>
              <a:rPr lang="en-US" sz="2800" dirty="0"/>
              <a:t> </a:t>
            </a:r>
            <a:r>
              <a:rPr lang="en-US" sz="2800" dirty="0" err="1"/>
              <a:t>seperti</a:t>
            </a:r>
            <a:r>
              <a:rPr lang="en-US" sz="2800" dirty="0"/>
              <a:t> </a:t>
            </a:r>
            <a:r>
              <a:rPr lang="en-US" sz="2800" dirty="0" err="1"/>
              <a:t>Ya</a:t>
            </a:r>
            <a:r>
              <a:rPr lang="en-US" sz="2800" dirty="0"/>
              <a:t>/</a:t>
            </a:r>
            <a:r>
              <a:rPr lang="en-US" sz="2800" dirty="0" err="1"/>
              <a:t>Tidak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6531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6F64A6-6552-426A-81A9-041A01CB08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482CB1-7F95-4AF2-B69D-ACC4BBFB6133}"/>
              </a:ext>
            </a:extLst>
          </p:cNvPr>
          <p:cNvSpPr txBox="1"/>
          <p:nvPr/>
        </p:nvSpPr>
        <p:spPr>
          <a:xfrm>
            <a:off x="571500" y="802501"/>
            <a:ext cx="1079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 dirty="0" err="1"/>
              <a:t>Simbol</a:t>
            </a:r>
            <a:r>
              <a:rPr lang="en-US" sz="3000" b="1" dirty="0"/>
              <a:t> Flowline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A67B63EF-5463-4D0A-A934-0C2E8984C3E5}"/>
              </a:ext>
            </a:extLst>
          </p:cNvPr>
          <p:cNvSpPr/>
          <p:nvPr/>
        </p:nvSpPr>
        <p:spPr>
          <a:xfrm>
            <a:off x="3429000" y="2159000"/>
            <a:ext cx="5080000" cy="165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Flowline / Arah Alur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3559FB-2513-417D-82DD-0C5126092CCD}"/>
              </a:ext>
            </a:extLst>
          </p:cNvPr>
          <p:cNvSpPr txBox="1"/>
          <p:nvPr/>
        </p:nvSpPr>
        <p:spPr>
          <a:xfrm>
            <a:off x="742576" y="4397057"/>
            <a:ext cx="10452847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dirty="0" err="1"/>
              <a:t>Menunjukkan</a:t>
            </a:r>
            <a:r>
              <a:rPr lang="en-US" sz="2800" dirty="0"/>
              <a:t> </a:t>
            </a:r>
            <a:r>
              <a:rPr lang="en-US" sz="2800" dirty="0" err="1"/>
              <a:t>arah</a:t>
            </a:r>
            <a:r>
              <a:rPr lang="en-US" sz="2800" dirty="0"/>
              <a:t> </a:t>
            </a:r>
            <a:r>
              <a:rPr lang="en-US" sz="2800" dirty="0" err="1"/>
              <a:t>jalannya</a:t>
            </a:r>
            <a:r>
              <a:rPr lang="en-US" sz="2800" dirty="0"/>
              <a:t> proses </a:t>
            </a:r>
            <a:r>
              <a:rPr lang="en-US" sz="2800" dirty="0" err="1"/>
              <a:t>dari</a:t>
            </a:r>
            <a:r>
              <a:rPr lang="en-US" sz="2800" dirty="0"/>
              <a:t> </a:t>
            </a:r>
            <a:r>
              <a:rPr lang="en-US" sz="2800" dirty="0" err="1"/>
              <a:t>satu</a:t>
            </a:r>
            <a:r>
              <a:rPr lang="en-US" sz="2800" dirty="0"/>
              <a:t> </a:t>
            </a:r>
            <a:r>
              <a:rPr lang="en-US" sz="2800" dirty="0" err="1"/>
              <a:t>simbol</a:t>
            </a:r>
            <a:r>
              <a:rPr lang="en-US" sz="2800" dirty="0"/>
              <a:t>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simbol</a:t>
            </a:r>
            <a:r>
              <a:rPr lang="en-US" sz="2800" dirty="0"/>
              <a:t> </a:t>
            </a:r>
            <a:r>
              <a:rPr lang="en-US" sz="2800" dirty="0" err="1"/>
              <a:t>berikutnya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3238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591996-39F3-4312-85B8-99415D8E3E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0B09AA-B016-4CCE-9609-6B7E88B616C8}"/>
              </a:ext>
            </a:extLst>
          </p:cNvPr>
          <p:cNvSpPr txBox="1"/>
          <p:nvPr/>
        </p:nvSpPr>
        <p:spPr>
          <a:xfrm>
            <a:off x="571500" y="802501"/>
            <a:ext cx="1079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 dirty="0" err="1"/>
              <a:t>Simbol</a:t>
            </a:r>
            <a:r>
              <a:rPr lang="en-US" sz="3200" b="1" dirty="0"/>
              <a:t> Connector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B341A6-C5FD-4165-B82B-FA42649BB926}"/>
              </a:ext>
            </a:extLst>
          </p:cNvPr>
          <p:cNvSpPr txBox="1"/>
          <p:nvPr/>
        </p:nvSpPr>
        <p:spPr>
          <a:xfrm>
            <a:off x="825500" y="4471895"/>
            <a:ext cx="10287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dirty="0" err="1"/>
              <a:t>Digunakan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menghubungkan</a:t>
            </a:r>
            <a:r>
              <a:rPr lang="en-US" sz="2800" dirty="0"/>
              <a:t> </a:t>
            </a:r>
            <a:r>
              <a:rPr lang="en-US" sz="2800" dirty="0" err="1"/>
              <a:t>bagian</a:t>
            </a:r>
            <a:r>
              <a:rPr lang="en-US" sz="2800" dirty="0"/>
              <a:t> flowchart yang </a:t>
            </a:r>
            <a:r>
              <a:rPr lang="en-US" sz="2800" dirty="0" err="1"/>
              <a:t>terpisah</a:t>
            </a:r>
            <a:r>
              <a:rPr lang="en-US" sz="2800" dirty="0"/>
              <a:t>.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A9532DA6-3B62-4333-8F62-46E7B7A59BDB}"/>
              </a:ext>
            </a:extLst>
          </p:cNvPr>
          <p:cNvSpPr/>
          <p:nvPr/>
        </p:nvSpPr>
        <p:spPr>
          <a:xfrm>
            <a:off x="5128559" y="2386105"/>
            <a:ext cx="1680882" cy="16002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/>
              <a:t>Connector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107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F349B0-1FDE-4AD8-B038-B8964F6AA0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E72866-552B-4E3D-AAAA-91F572C9BD16}"/>
              </a:ext>
            </a:extLst>
          </p:cNvPr>
          <p:cNvSpPr txBox="1"/>
          <p:nvPr/>
        </p:nvSpPr>
        <p:spPr>
          <a:xfrm>
            <a:off x="921871" y="801971"/>
            <a:ext cx="10795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800" b="1" dirty="0"/>
              <a:t>5 </a:t>
            </a:r>
            <a:r>
              <a:rPr lang="en-US" sz="4800" b="1" dirty="0" err="1"/>
              <a:t>Simbol</a:t>
            </a:r>
            <a:r>
              <a:rPr lang="en-US" sz="4800" b="1" dirty="0"/>
              <a:t> Utama yang </a:t>
            </a:r>
            <a:r>
              <a:rPr lang="en-US" sz="4800" b="1" dirty="0" err="1"/>
              <a:t>Perlu</a:t>
            </a:r>
            <a:r>
              <a:rPr lang="en-US" sz="4800" b="1" dirty="0"/>
              <a:t> </a:t>
            </a:r>
            <a:r>
              <a:rPr lang="en-US" sz="4800" b="1" dirty="0" err="1"/>
              <a:t>Diingat</a:t>
            </a:r>
            <a:endParaRPr lang="en-US" sz="4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5695C7-F677-4242-8F33-BAC578790FCA}"/>
              </a:ext>
            </a:extLst>
          </p:cNvPr>
          <p:cNvSpPr txBox="1"/>
          <p:nvPr/>
        </p:nvSpPr>
        <p:spPr>
          <a:xfrm>
            <a:off x="1110129" y="1459433"/>
            <a:ext cx="10160000" cy="5156604"/>
          </a:xfrm>
          <a:prstGeom prst="rect">
            <a:avLst/>
          </a:prstGeom>
          <a:noFill/>
        </p:spPr>
        <p:txBody>
          <a:bodyPr vert="horz" wrap="square" lIns="127000" tIns="127000" rIns="127000" bIns="127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/>
              <a:t>• Oval ? </a:t>
            </a:r>
            <a:r>
              <a:rPr lang="en-US" sz="3600" dirty="0" err="1"/>
              <a:t>Mulai</a:t>
            </a:r>
            <a:r>
              <a:rPr lang="en-US" sz="3600" dirty="0"/>
              <a:t> / </a:t>
            </a:r>
            <a:r>
              <a:rPr lang="en-US" sz="3600" dirty="0" err="1"/>
              <a:t>Selesai</a:t>
            </a:r>
            <a:endParaRPr lang="en-US" sz="3600" dirty="0"/>
          </a:p>
          <a:p>
            <a:pPr>
              <a:lnSpc>
                <a:spcPct val="150000"/>
              </a:lnSpc>
            </a:pPr>
            <a:r>
              <a:rPr lang="en-US" sz="3600" dirty="0"/>
              <a:t>• </a:t>
            </a:r>
            <a:r>
              <a:rPr lang="en-US" sz="3600" dirty="0" err="1"/>
              <a:t>Persegi</a:t>
            </a:r>
            <a:r>
              <a:rPr lang="en-US" sz="3600" dirty="0"/>
              <a:t> </a:t>
            </a:r>
            <a:r>
              <a:rPr lang="en-US" sz="3600" dirty="0" err="1"/>
              <a:t>panjang</a:t>
            </a:r>
            <a:r>
              <a:rPr lang="en-US" sz="3600" dirty="0"/>
              <a:t> ? Proses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>• </a:t>
            </a:r>
            <a:r>
              <a:rPr lang="en-US" sz="3600" dirty="0" err="1"/>
              <a:t>Jajar</a:t>
            </a:r>
            <a:r>
              <a:rPr lang="en-US" sz="3600" dirty="0"/>
              <a:t> </a:t>
            </a:r>
            <a:r>
              <a:rPr lang="en-US" sz="3600" dirty="0" err="1"/>
              <a:t>genjang</a:t>
            </a:r>
            <a:r>
              <a:rPr lang="en-US" sz="3600" dirty="0"/>
              <a:t> ? Input / Output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>• </a:t>
            </a:r>
            <a:r>
              <a:rPr lang="en-US" sz="3600" dirty="0" err="1"/>
              <a:t>Belah</a:t>
            </a:r>
            <a:r>
              <a:rPr lang="en-US" sz="3600" dirty="0"/>
              <a:t> ketupat ? Decision / </a:t>
            </a:r>
            <a:r>
              <a:rPr lang="en-US" sz="3600" dirty="0" err="1"/>
              <a:t>Percabangan</a:t>
            </a:r>
            <a:endParaRPr lang="en-US" sz="3600" dirty="0"/>
          </a:p>
          <a:p>
            <a:pPr>
              <a:lnSpc>
                <a:spcPct val="150000"/>
              </a:lnSpc>
            </a:pPr>
            <a:r>
              <a:rPr lang="en-US" sz="3600" dirty="0"/>
              <a:t>• </a:t>
            </a:r>
            <a:r>
              <a:rPr lang="en-US" sz="3600" dirty="0" err="1"/>
              <a:t>Panah</a:t>
            </a:r>
            <a:r>
              <a:rPr lang="en-US" sz="3600" dirty="0"/>
              <a:t> ? </a:t>
            </a:r>
            <a:r>
              <a:rPr lang="en-US" sz="3600" dirty="0" err="1"/>
              <a:t>Arah</a:t>
            </a:r>
            <a:r>
              <a:rPr lang="en-US" sz="3600" dirty="0"/>
              <a:t> </a:t>
            </a:r>
            <a:r>
              <a:rPr lang="en-US" sz="3600" dirty="0" err="1"/>
              <a:t>alur</a:t>
            </a:r>
            <a:endParaRPr lang="en-US" sz="3600" dirty="0"/>
          </a:p>
          <a:p>
            <a:pPr>
              <a:lnSpc>
                <a:spcPct val="150000"/>
              </a:lnSpc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610820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FC3D76-90E3-42F5-B3E2-8D1B5D797E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0B8B57-C44B-4A57-A1AF-CAFE5E46C392}"/>
              </a:ext>
            </a:extLst>
          </p:cNvPr>
          <p:cNvSpPr txBox="1"/>
          <p:nvPr/>
        </p:nvSpPr>
        <p:spPr>
          <a:xfrm>
            <a:off x="877047" y="580619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000" b="1" dirty="0"/>
              <a:t>Pseudocode Login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B0E692-0CE8-47F2-9B69-ED571C560469}"/>
              </a:ext>
            </a:extLst>
          </p:cNvPr>
          <p:cNvSpPr txBox="1"/>
          <p:nvPr/>
        </p:nvSpPr>
        <p:spPr>
          <a:xfrm>
            <a:off x="1016000" y="1288505"/>
            <a:ext cx="10160000" cy="5858014"/>
          </a:xfrm>
          <a:prstGeom prst="rect">
            <a:avLst/>
          </a:prstGeom>
          <a:noFill/>
        </p:spPr>
        <p:txBody>
          <a:bodyPr vert="horz" wrap="square" lIns="127000" tIns="127000" rIns="127000" bIns="127000" rtlCol="0">
            <a:spAutoFit/>
          </a:bodyPr>
          <a:lstStyle/>
          <a:p>
            <a:r>
              <a:rPr lang="en-US" sz="2600" dirty="0"/>
              <a:t>• MULAI</a:t>
            </a:r>
          </a:p>
          <a:p>
            <a:r>
              <a:rPr lang="en-US" sz="2600" dirty="0"/>
              <a:t>• Input username</a:t>
            </a:r>
          </a:p>
          <a:p>
            <a:r>
              <a:rPr lang="en-US" sz="2600" dirty="0"/>
              <a:t>• Input password</a:t>
            </a:r>
          </a:p>
          <a:p>
            <a:r>
              <a:rPr lang="en-US" sz="2600" dirty="0"/>
              <a:t>• JIKA username </a:t>
            </a:r>
            <a:r>
              <a:rPr lang="en-US" sz="2600" dirty="0" err="1"/>
              <a:t>belum</a:t>
            </a:r>
            <a:r>
              <a:rPr lang="en-US" sz="2600" dirty="0"/>
              <a:t> </a:t>
            </a:r>
            <a:r>
              <a:rPr lang="en-US" sz="2600" dirty="0" err="1"/>
              <a:t>terdaftar</a:t>
            </a:r>
            <a:endParaRPr lang="en-US" sz="2600" dirty="0"/>
          </a:p>
          <a:p>
            <a:r>
              <a:rPr lang="en-US" sz="2600" dirty="0"/>
              <a:t>•     </a:t>
            </a:r>
            <a:r>
              <a:rPr lang="en-US" sz="2600" dirty="0" err="1"/>
              <a:t>Tampilkan</a:t>
            </a:r>
            <a:r>
              <a:rPr lang="en-US" sz="2600" dirty="0"/>
              <a:t> "Username </a:t>
            </a:r>
            <a:r>
              <a:rPr lang="en-US" sz="2600" dirty="0" err="1"/>
              <a:t>belum</a:t>
            </a:r>
            <a:r>
              <a:rPr lang="en-US" sz="2600" dirty="0"/>
              <a:t> </a:t>
            </a:r>
            <a:r>
              <a:rPr lang="en-US" sz="2600" dirty="0" err="1"/>
              <a:t>terdaftar</a:t>
            </a:r>
            <a:r>
              <a:rPr lang="en-US" sz="2600" dirty="0"/>
              <a:t>"</a:t>
            </a:r>
          </a:p>
          <a:p>
            <a:r>
              <a:rPr lang="en-US" sz="2600" dirty="0"/>
              <a:t>•     Daftar </a:t>
            </a:r>
            <a:r>
              <a:rPr lang="en-US" sz="2600" dirty="0" err="1"/>
              <a:t>terlebih</a:t>
            </a:r>
            <a:r>
              <a:rPr lang="en-US" sz="2600" dirty="0"/>
              <a:t> </a:t>
            </a:r>
            <a:r>
              <a:rPr lang="en-US" sz="2600" dirty="0" err="1"/>
              <a:t>dahulu</a:t>
            </a:r>
            <a:endParaRPr lang="en-US" sz="2600" dirty="0"/>
          </a:p>
          <a:p>
            <a:r>
              <a:rPr lang="en-US" sz="2600" dirty="0"/>
              <a:t>• JIKA TIDAK</a:t>
            </a:r>
          </a:p>
          <a:p>
            <a:r>
              <a:rPr lang="en-US" sz="2600" dirty="0"/>
              <a:t>•     JIKA password </a:t>
            </a:r>
            <a:r>
              <a:rPr lang="en-US" sz="2600" dirty="0" err="1"/>
              <a:t>benar</a:t>
            </a:r>
            <a:endParaRPr lang="en-US" sz="2600" dirty="0"/>
          </a:p>
          <a:p>
            <a:r>
              <a:rPr lang="en-US" sz="2600" dirty="0"/>
              <a:t>•         </a:t>
            </a:r>
            <a:r>
              <a:rPr lang="en-US" sz="2600" dirty="0" err="1"/>
              <a:t>Tampilkan</a:t>
            </a:r>
            <a:r>
              <a:rPr lang="en-US" sz="2600" dirty="0"/>
              <a:t> "Login </a:t>
            </a:r>
            <a:r>
              <a:rPr lang="en-US" sz="2600" dirty="0" err="1"/>
              <a:t>Berhasil</a:t>
            </a:r>
            <a:r>
              <a:rPr lang="en-US" sz="2600" dirty="0"/>
              <a:t>"</a:t>
            </a:r>
          </a:p>
          <a:p>
            <a:r>
              <a:rPr lang="en-US" sz="2600" dirty="0"/>
              <a:t>•     JIKA TIDAK</a:t>
            </a:r>
          </a:p>
          <a:p>
            <a:r>
              <a:rPr lang="en-US" sz="2600" dirty="0"/>
              <a:t>•         </a:t>
            </a:r>
            <a:r>
              <a:rPr lang="en-US" sz="2600" dirty="0" err="1"/>
              <a:t>Tampilkan</a:t>
            </a:r>
            <a:r>
              <a:rPr lang="en-US" sz="2600" dirty="0"/>
              <a:t> "Password Salah"</a:t>
            </a:r>
          </a:p>
          <a:p>
            <a:r>
              <a:rPr lang="en-US" sz="2600" dirty="0"/>
              <a:t>•         Kembali </a:t>
            </a:r>
            <a:r>
              <a:rPr lang="en-US" sz="2600" dirty="0" err="1"/>
              <a:t>ke</a:t>
            </a:r>
            <a:r>
              <a:rPr lang="en-US" sz="2600" dirty="0"/>
              <a:t> input username dan password</a:t>
            </a:r>
          </a:p>
          <a:p>
            <a:r>
              <a:rPr lang="en-US" sz="2600" dirty="0"/>
              <a:t>• SELESAI</a:t>
            </a: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467430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300</Words>
  <Application>Microsoft Office PowerPoint</Application>
  <PresentationFormat>Widescreen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BAPSI</dc:creator>
  <cp:lastModifiedBy>BAPSI</cp:lastModifiedBy>
  <cp:revision>2</cp:revision>
  <dcterms:created xsi:type="dcterms:W3CDTF">2026-09-15T03:46:44Z</dcterms:created>
  <dcterms:modified xsi:type="dcterms:W3CDTF">2026-09-15T03:59:57Z</dcterms:modified>
</cp:coreProperties>
</file>