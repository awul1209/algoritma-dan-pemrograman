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340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"/>
              </a:defRPr>
            </a:pPr>
            <a:r>
              <a:t>PERTEMUAN 03 — ALGORITMA &amp; PEMROGRAMAN DASAR</a:t>
            </a:r>
          </a:p>
          <a:p>
            <a:pPr>
              <a:spcBef>
                <a:spcPts val="1000"/>
              </a:spcBef>
              <a:defRPr sz="3600" b="1">
                <a:solidFill>
                  <a:srgbClr val="F1F5F9"/>
                </a:solidFill>
                <a:latin typeface="Segoe UI"/>
              </a:defRPr>
            </a:pPr>
            <a:r>
              <a:t>Menerima Input User &amp;</a:t>
            </a:r>
            <a:br/>
            <a:r>
              <a:t>Konversi Tipe Data C#</a:t>
            </a:r>
          </a:p>
          <a:p>
            <a:pPr>
              <a:spcBef>
                <a:spcPts val="15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Pembahasan Console.ReadLine(), Type Casting, dan Studi Kasus Persegi Panjang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01. INPUT STREAM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Menerima Input dengan Console.ReadLine()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Cara Kerja Console.ReadLine()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Program akan pause dan menunggu ketikan keyboard user.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Proses input selesai saat user menekan ENTER.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ATURAN UTAMA:</a:t>
            </a:r>
            <a:br/>
            <a:r>
              <a:t>Output dari Console.ReadLine() SELALU bertipe string (teks).</a:t>
            </a:r>
          </a:p>
          <a:p>
            <a:pPr>
              <a:spcBef>
                <a:spcPts val="1000"/>
              </a:spcBef>
              <a:defRPr sz="1300">
                <a:solidFill>
                  <a:srgbClr val="F1F5F9"/>
                </a:solidFill>
              </a:defRPr>
            </a:pPr>
            <a:r>
              <a:t>• Meski user mengetik angka 10, C# tetap membacanya sebagai teks "10".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onsolas"/>
              </a:defRPr>
            </a:pPr>
            <a:r>
              <a:t>// Contoh Menangkap Input Teks</a:t>
            </a:r>
          </a:p>
          <a:p>
            <a:pPr>
              <a:spcBef>
                <a:spcPts val="1500"/>
              </a:spcBef>
              <a:defRPr sz="1300">
                <a:solidFill>
                  <a:srgbClr val="38BDF8"/>
                </a:solidFill>
                <a:latin typeface="Consolas"/>
              </a:defRPr>
            </a:pPr>
            <a:r>
              <a:t>Console.Write("Masukkan Nama: ");</a:t>
            </a:r>
            <a:br/>
            <a:r>
              <a:t>string nama = Console.ReadLine();</a:t>
            </a:r>
            <a:br/>
            <a:br/>
            <a:r>
              <a:t>Console.Write("Masukkan Umur: ");</a:t>
            </a:r>
            <a:br/>
            <a:r>
              <a:t>string inputUmur = Console.ReadLine();</a:t>
            </a:r>
            <a:br/>
            <a:br/>
            <a:r>
              <a:t>// inputUmur bertipe string, </a:t>
            </a:r>
            <a:br/>
            <a:r>
              <a:t>// tidak bisa langsung dipakai berhitung!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02. TYPE 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Mengubah String Menjadi Angka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int.Parse(string)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Konversi ke Angka Bulat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Digunakan jika input dipastikan berupa bilangan bulat.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t>int x = int.Parse("10");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Convert.ToInt32(string)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Konversi Alternatif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Lebih aman jika ada potensi nilai null pada variabel.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t>int y = Convert.ToInt32(input);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645920"/>
            <a:ext cx="3328416" cy="4572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4464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double.Parse(string)</a:t>
            </a:r>
          </a:p>
          <a:p>
            <a:pPr>
              <a:spcBef>
                <a:spcPts val="400"/>
              </a:spcBef>
              <a:defRPr sz="1200">
                <a:solidFill>
                  <a:srgbClr val="38BDF8"/>
                </a:solidFill>
              </a:defRPr>
            </a:pPr>
            <a:r>
              <a:t>Konversi ke Desimal</a:t>
            </a:r>
          </a:p>
          <a:p>
            <a:pPr>
              <a:spcBef>
                <a:spcPts val="1400"/>
              </a:spcBef>
              <a:defRPr sz="1300">
                <a:solidFill>
                  <a:srgbClr val="F1F5F9"/>
                </a:solidFill>
              </a:defRPr>
            </a:pPr>
            <a:r>
              <a:t>Wajib digunakan untuk angka desimal / pecahan.</a:t>
            </a:r>
          </a:p>
          <a:p>
            <a:pPr>
              <a:spcBef>
                <a:spcPts val="20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t>double z = double.Parse("5.5");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03. PRACTICAL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Studi Kasus: Kalkulator Persegi Panjang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4ADE80"/>
                </a:solidFill>
              </a:defRPr>
            </a:pPr>
            <a:r>
              <a:t>Deskripsi Tugas</a:t>
            </a:r>
          </a:p>
          <a:p>
            <a:pPr>
              <a:spcBef>
                <a:spcPts val="1000"/>
              </a:spcBef>
              <a:defRPr sz="1400">
                <a:solidFill>
                  <a:srgbClr val="F1F5F9"/>
                </a:solidFill>
              </a:defRPr>
            </a:pPr>
            <a:r>
              <a:t>Buatlah program C# interaktif yang meminta pengguna memasukkan Panjang dan Lebar. Program kemudian menghitung Luas dan Keliling persegi panjang tersebut.</a:t>
            </a:r>
          </a:p>
          <a:p>
            <a:pPr>
              <a:spcBef>
                <a:spcPts val="2000"/>
              </a:spcBef>
              <a:defRPr sz="1500" b="1">
                <a:solidFill>
                  <a:srgbClr val="38BDF8"/>
                </a:solidFill>
              </a:defRPr>
            </a:pPr>
            <a:r>
              <a:t>Rumus Matematika:</a:t>
            </a:r>
          </a:p>
          <a:p>
            <a:pPr>
              <a:spcBef>
                <a:spcPts val="800"/>
              </a:spcBef>
              <a:defRPr sz="1400">
                <a:solidFill>
                  <a:srgbClr val="F1F5F9"/>
                </a:solidFill>
              </a:defRPr>
            </a:pPr>
            <a:r>
              <a:t>• Luas = panjang × lebar</a:t>
            </a:r>
            <a:br/>
            <a:r>
              <a:t>• Keliling = 2 × (panjang + lebar)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1F5F9"/>
                </a:solidFill>
              </a:defRPr>
            </a:pPr>
            <a:r>
              <a:t>Alur Penyelesaian Sistematis: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Tahap 1: Deklarasi variabel penampung input string.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Tahap 2: Menerima input keyboard via Console.ReadLine().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Tahap 3: Konversi input string ke double.Parse().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Tahap 4: Deklarasi variabel hasil &amp; hitung dengan rumus.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Tahap 5: Tampilkan output &amp; tahan layar via Console.ReadKey().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04.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Langkah 1 &amp; 2: Ambil Input &amp; Konversi Variabel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1. Buat Variabel String &amp; Ambil Input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Buat dua variabel bertipe string untuk menyimpan hasil mentah ketikan keyboard.</a:t>
            </a:r>
          </a:p>
          <a:p>
            <a:pPr>
              <a:spcBef>
                <a:spcPts val="1200"/>
              </a:spcBef>
              <a:defRPr sz="1200">
                <a:solidFill>
                  <a:srgbClr val="4ADE80"/>
                </a:solidFill>
                <a:latin typeface="Consolas"/>
              </a:defRPr>
            </a:pPr>
            <a:r>
              <a:t>// Prompt &amp; Ambil Input String</a:t>
            </a:r>
            <a:br/>
            <a:r>
              <a:t>Console.Write("Masukkan Panjang : ");</a:t>
            </a:r>
            <a:br/>
            <a:r>
              <a:t>string inputPanjang = Console.ReadLine();</a:t>
            </a:r>
            <a:br/>
            <a:br/>
            <a:r>
              <a:t>Console.Write("Masukkan Lebar   : ");</a:t>
            </a:r>
            <a:br/>
            <a:r>
              <a:t>string inputLebar = Console.ReadLine();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2. Buat Variabel Double &amp; Konversi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Ubah variabel string tadi menjadi variabel bertipe double agar angka desimal bisa diproses.</a:t>
            </a:r>
          </a:p>
          <a:p>
            <a:pPr>
              <a:spcBef>
                <a:spcPts val="1200"/>
              </a:spcBef>
              <a:defRPr sz="1200">
                <a:solidFill>
                  <a:srgbClr val="4ADE80"/>
                </a:solidFill>
                <a:latin typeface="Consolas"/>
              </a:defRPr>
            </a:pPr>
            <a:r>
              <a:t>// Buat variabel double &amp; konversi</a:t>
            </a:r>
            <a:br/>
            <a:r>
              <a:t>double panjang = double.Parse(inputPanjang);</a:t>
            </a:r>
            <a:br/>
            <a:r>
              <a:t>double lebar   = double.Parse(inputLebar);</a:t>
            </a:r>
            <a:br/>
            <a:br/>
            <a:r>
              <a:t>// Sekarang 'panjang' &amp; 'lebar' </a:t>
            </a:r>
            <a:br/>
            <a:r>
              <a:t>// sudah bisa dihitung secara matematika!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05. STEP-BY-STEP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Langkah 3 &amp; 4: Hitung Rumus &amp; Tampilkan Hasil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3. Hitung Luas &amp; Keliling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Buat variabel penampung hasil hitung ('luas' dan 'keliling') lalu terapkan rumus matematisnya.</a:t>
            </a:r>
          </a:p>
          <a:p>
            <a:pPr>
              <a:spcBef>
                <a:spcPts val="12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t>// Terapkan Rumus</a:t>
            </a:r>
            <a:br/>
            <a:r>
              <a:t>double luas = panjang * lebar;</a:t>
            </a:r>
            <a:br/>
            <a:br/>
            <a:r>
              <a:t>// Tanda kurung wajib agar </a:t>
            </a:r>
            <a:br/>
            <a:r>
              <a:t>// penjumlahan dikerjakan dulu!</a:t>
            </a:r>
            <a:br/>
            <a:r>
              <a:t>double keliling = 2 * (panjang + lebar);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ADE80"/>
                </a:solidFill>
              </a:defRPr>
            </a:pPr>
            <a:r>
              <a:t>4. Output &amp; Tahan Screen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Gunakan penggabungan teks (+) untuk mencetak hasil dan ReadKey() agar console tidak langsung exit.</a:t>
            </a:r>
          </a:p>
          <a:p>
            <a:pPr>
              <a:spcBef>
                <a:spcPts val="1200"/>
              </a:spcBef>
              <a:defRPr sz="1200">
                <a:solidFill>
                  <a:srgbClr val="FACC15"/>
                </a:solidFill>
                <a:latin typeface="Consolas"/>
              </a:defRPr>
            </a:pPr>
            <a:r>
              <a:t>// Tampilkan Hasil Ke Terminal</a:t>
            </a:r>
            <a:br/>
            <a:r>
              <a:t>Console.WriteLine("Luas     : " + luas);</a:t>
            </a:r>
            <a:br/>
            <a:r>
              <a:t>Console.WriteLine("Keliling : " + keliling);</a:t>
            </a:r>
            <a:br/>
            <a:br/>
            <a:r>
              <a:t>// Tahan layar console</a:t>
            </a:r>
            <a:br/>
            <a:r>
              <a:t>Console.ReadKey();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06. FULL SOURCE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1F5F9"/>
                </a:solidFill>
                <a:latin typeface="Segoe UI"/>
              </a:defRPr>
            </a:pPr>
            <a:r>
              <a:t>Implementasi Code C# Lengkap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1F5F9"/>
                </a:solidFill>
                <a:latin typeface="Consolas"/>
              </a:defRPr>
            </a:pPr>
            <a:r>
              <a:t>// 1. Ambil Input Keyboard (Bentuk String)</a:t>
            </a:r>
            <a:br/>
            <a:r>
              <a:t>Console.Write("Masukkan Panjang (cm) : ");</a:t>
            </a:r>
            <a:br/>
            <a:r>
              <a:t>string inputPanjang = Console.ReadLine();</a:t>
            </a:r>
            <a:br/>
            <a:br/>
            <a:r>
              <a:t>Console.Write("Masukkan Lebar   (cm) : ");</a:t>
            </a:r>
            <a:br/>
            <a:r>
              <a:t>string inputLebar = Console.ReadLine();</a:t>
            </a:r>
            <a:br/>
            <a:br/>
            <a:r>
              <a:t>// 2. Konversi String ke Double (Satu-satu)</a:t>
            </a:r>
            <a:br/>
            <a:r>
              <a:t>double panjang = double.Parse(inputPanjang);</a:t>
            </a:r>
            <a:br/>
            <a:r>
              <a:t>double lebar   = double.Parse(inputLebar);</a:t>
            </a:r>
            <a:br/>
            <a:br/>
            <a:r>
              <a:t>// 3. Proses Hitung Rumus</a:t>
            </a:r>
            <a:br/>
            <a:r>
              <a:t>double luas     = panjang * lebar;</a:t>
            </a:r>
            <a:br/>
            <a:r>
              <a:t>double keliling = 2 * (panjang + lebar);</a:t>
            </a:r>
            <a:br/>
            <a:br/>
            <a:r>
              <a:t>// 4. Tampilkan Hasil Ke Screen</a:t>
            </a:r>
            <a:br/>
            <a:r>
              <a:t>Console.WriteLine("</a:t>
            </a:r>
            <a:br/>
            <a:r>
              <a:t>--- HASIL PERHITUNGAN ---");</a:t>
            </a:r>
            <a:br/>
            <a:r>
              <a:t>Console.WriteLine("Luas Persegi Panjang     : " + luas + " cm²");</a:t>
            </a:r>
            <a:br/>
            <a:r>
              <a:t>Console.WriteLine("Keliling Persegi Panjang : " + keliling + " cm");</a:t>
            </a:r>
            <a:br/>
            <a:br/>
            <a:r>
              <a:t>Console.ReadKey(); // Tahan layar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