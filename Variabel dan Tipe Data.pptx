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2C60-284A-4DE4-A32B-3A052DAAD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3E64C3-B84E-45B6-A701-D86D35DA8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8DA8E-161E-40C5-B3C8-F2310E0F1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5C983-CFE0-4883-A402-AD99F6A3375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EC781-B99A-461F-819C-02F79C6C5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EC2A1-89B1-4611-B81D-AA7BC3A4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9C70-7523-4B17-B9B0-30C107730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3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8348-E74F-4459-AAFF-6F528C13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C66B6-07F5-4C6B-82CD-D4D35BAFE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8065D-730D-474E-94F6-63B487AF2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5C983-CFE0-4883-A402-AD99F6A3375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DFE33-304B-4E4A-82CF-D600DE3FF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539E3-BB55-4241-B4C6-2BE0B2E64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9C70-7523-4B17-B9B0-30C107730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13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A580-A6A9-4081-AC6F-F0D201027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8D4E4-0B1C-478C-AC90-BF31FD7E0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6AE76-5661-41AD-88CB-662D30D37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5C983-CFE0-4883-A402-AD99F6A3375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F598C-11B1-4CB8-B082-E1C4365AA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554A7-5B2C-46D1-B579-70433345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9C70-7523-4B17-B9B0-30C107730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17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DC33-47EA-4657-853B-7A4D1C561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7F870-ACBB-4E54-8FC1-70F681271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F8FF16-7B42-4354-9BC2-436E501C3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05DC3-6E8D-44AA-A846-2693B2E3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5C983-CFE0-4883-A402-AD99F6A3375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0E47E-D91E-459B-AA22-6E681DFF3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A075A-F09A-4721-9559-C7620390A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9C70-7523-4B17-B9B0-30C107730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5C68E-D65F-491A-B8E3-71761D46D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347E9-B744-489D-ABA9-B078AAC4F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A37B0-1BBC-47FD-A691-5697397D7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DBF3C3-A13B-4CBB-A8B0-986E97251D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7754FB-B4AD-4DE1-A5FF-08AA0B026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DBAD3C-5905-4581-95B0-73EF69DC7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5C983-CFE0-4883-A402-AD99F6A3375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6BA27C-9CD7-45E5-8062-998BFF1D0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B23239-B439-4E8B-A94C-BB17F8B40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9C70-7523-4B17-B9B0-30C107730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47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F492C-7701-4BB4-BAA9-D429205C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A27661-30D8-4F34-A812-C4F39E4E4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5C983-CFE0-4883-A402-AD99F6A3375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839B4C-E175-4752-91AA-A11776F1E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1AB05-3C41-4929-8293-7D101ACEF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9C70-7523-4B17-B9B0-30C107730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02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68ADB4-5847-4A80-8CA4-DB912901E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5C983-CFE0-4883-A402-AD99F6A3375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BA2EBA-D4A2-428E-B770-4CDECD6D3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C05AE-6F9E-4431-B6A9-F1EAFFA1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9C70-7523-4B17-B9B0-30C107730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9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55530-0A9E-4B34-BDC2-6F4BB3956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FB028-CF62-4B40-A31A-27D4889D6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B3A5B-1CA2-4F88-9C09-C6D928AB4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FE5F4-2320-4389-9FA0-DDE4F6DC0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5C983-CFE0-4883-A402-AD99F6A3375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FAFED-0474-4DB2-8EE5-6E311443D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4A5B1-56DF-481E-AF98-EF228995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9C70-7523-4B17-B9B0-30C107730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0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75E92-9402-4496-B1BF-7D9EDF22D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F9A63C-47DC-4AB6-A9E4-2283E19F10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524E2-55A8-4438-919A-1AF6FC3E1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430EC-7617-40A6-B2E2-E29FE0E20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5C983-CFE0-4883-A402-AD99F6A3375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87CE4-C260-4606-9CEE-6A97DFA85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0176B-5456-4209-B66B-2FEB58C1F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9C70-7523-4B17-B9B0-30C107730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19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D1998-BA30-46EB-9777-77F494FC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C6662-E160-40D8-BE7A-0210E54B1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DBDE1-03AF-4C9D-96F9-70AEA13A0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5C983-CFE0-4883-A402-AD99F6A3375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3FF97-14C4-4BFB-BAB6-1EBE578E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FBB82-7C77-4421-9382-D5F9EC66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9C70-7523-4B17-B9B0-30C107730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98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74D574-8454-4656-BAC6-E7F65A467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D922F-8483-4E58-8876-473F15B4D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2FFA0-6C62-4FA3-893D-578F83351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5C983-CFE0-4883-A402-AD99F6A3375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6E57C-010B-401D-ACDC-C2ADC5B6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62899-BC83-44C1-AA55-6EA620D2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9C70-7523-4B17-B9B0-30C107730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8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4E840-64E2-4AB6-BAFF-07769308A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FD30E-94BC-4F9B-A5FA-9640DB0B5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447BF-B95C-4A2F-9BDE-8E05183E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5C983-CFE0-4883-A402-AD99F6A3375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B3BEE-D097-4D6E-9834-71424ABBE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DA0E2-D693-429C-83C9-5A55028FD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D9C70-7523-4B17-B9B0-30C107730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50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F7368-EF18-41B4-BBA2-CD0A6C959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CB937-FA17-4CDE-BB01-79D8E3E00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8E954-D8E1-47AD-9295-8D3B7D5E4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5C983-CFE0-4883-A402-AD99F6A3375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46E7E-44BF-4092-BE9F-29BAAE9FF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82032-3EE6-43E8-9BE9-9B5319376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D9C70-7523-4B17-B9B0-30C107730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8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E307-684B-4FE0-B8FA-7CB4786424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Pertemuan 2: Variabel &amp; Tipe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DE460-CCD4-4509-B8A2-BC9986B930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Menyimpan Data di Dalam Memori Komputer</a:t>
            </a:r>
          </a:p>
          <a:p>
            <a:r>
              <a:rPr lang="en-US"/>
              <a:t>Mata Kuliah: Algoritma dan Pemrograman Dasar</a:t>
            </a:r>
          </a:p>
        </p:txBody>
      </p:sp>
    </p:spTree>
    <p:extLst>
      <p:ext uri="{BB962C8B-B14F-4D97-AF65-F5344CB8AC3E}">
        <p14:creationId xmlns:p14="http://schemas.microsoft.com/office/powerpoint/2010/main" val="3161072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C4E3B-A845-43D3-9DA0-57F88A5F2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 Kita Hari Ini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34F99-F782-4BB2-B4B1-243A764AE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?</a:t>
            </a:r>
          </a:p>
          <a:p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Nama </a:t>
            </a:r>
            <a:r>
              <a:rPr lang="en-US" dirty="0" err="1"/>
              <a:t>Variabel</a:t>
            </a:r>
            <a:endParaRPr lang="en-US" dirty="0"/>
          </a:p>
          <a:p>
            <a:r>
              <a:rPr lang="en-US" dirty="0" err="1"/>
              <a:t>Mengenal</a:t>
            </a:r>
            <a:r>
              <a:rPr lang="en-US" dirty="0"/>
              <a:t> 5 </a:t>
            </a:r>
            <a:r>
              <a:rPr lang="en-US" dirty="0" err="1"/>
              <a:t>Tipe</a:t>
            </a:r>
            <a:r>
              <a:rPr lang="en-US" dirty="0"/>
              <a:t> Data Dasar di C#</a:t>
            </a:r>
          </a:p>
          <a:p>
            <a:r>
              <a:rPr lang="en-US" dirty="0" err="1"/>
              <a:t>Praktikum</a:t>
            </a:r>
            <a:r>
              <a:rPr lang="en-US" dirty="0"/>
              <a:t>: </a:t>
            </a:r>
            <a:r>
              <a:rPr lang="en-US" dirty="0" err="1"/>
              <a:t>Membuat</a:t>
            </a:r>
            <a:r>
              <a:rPr lang="en-US" dirty="0"/>
              <a:t> Program Biodata </a:t>
            </a:r>
            <a:r>
              <a:rPr lang="en-US" dirty="0" err="1"/>
              <a:t>Diri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254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B77FC-A817-4B28-92B4-5B158827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ECB18-0551-4148-8C74-7D8A89919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Bayangkan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KOTAK KOSONG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menyimpan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.</a:t>
            </a:r>
          </a:p>
          <a:p>
            <a:r>
              <a:rPr lang="en-US" dirty="0"/>
              <a:t>Kita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NAMA pada </a:t>
            </a:r>
            <a:r>
              <a:rPr lang="en-US" dirty="0" err="1"/>
              <a:t>kotak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agar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tertukar</a:t>
            </a:r>
            <a:r>
              <a:rPr lang="en-US" dirty="0"/>
              <a:t> (</a:t>
            </a:r>
            <a:r>
              <a:rPr lang="en-US" dirty="0" err="1"/>
              <a:t>misal</a:t>
            </a:r>
            <a:r>
              <a:rPr lang="en-US" dirty="0"/>
              <a:t>: </a:t>
            </a:r>
            <a:r>
              <a:rPr lang="en-US" dirty="0" err="1"/>
              <a:t>kotak</a:t>
            </a:r>
            <a:r>
              <a:rPr lang="en-US" dirty="0"/>
              <a:t> 'Sepatu').</a:t>
            </a:r>
          </a:p>
          <a:p>
            <a:r>
              <a:rPr lang="en-US" dirty="0"/>
              <a:t>Kita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JENIS BARANG </a:t>
            </a:r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kotak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(</a:t>
            </a:r>
            <a:r>
              <a:rPr lang="en-US" dirty="0" err="1"/>
              <a:t>Tipe</a:t>
            </a:r>
            <a:r>
              <a:rPr lang="en-US" dirty="0"/>
              <a:t> Data).</a:t>
            </a:r>
          </a:p>
          <a:p>
            <a:r>
              <a:rPr lang="en-US" dirty="0"/>
              <a:t>Isi </a:t>
            </a:r>
            <a:r>
              <a:rPr lang="en-US" dirty="0" err="1"/>
              <a:t>kotak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ubah</a:t>
            </a:r>
            <a:r>
              <a:rPr lang="en-US" dirty="0"/>
              <a:t>/</a:t>
            </a:r>
            <a:r>
              <a:rPr lang="en-US" dirty="0" err="1"/>
              <a:t>ganti</a:t>
            </a:r>
            <a:r>
              <a:rPr lang="en-US" dirty="0"/>
              <a:t> </a:t>
            </a:r>
            <a:r>
              <a:rPr lang="en-US" dirty="0" err="1"/>
              <a:t>kapan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(</a:t>
            </a:r>
            <a:r>
              <a:rPr lang="en-US" dirty="0" err="1"/>
              <a:t>itulah</a:t>
            </a:r>
            <a:r>
              <a:rPr lang="en-US" dirty="0"/>
              <a:t> </a:t>
            </a:r>
            <a:r>
              <a:rPr lang="en-US" dirty="0" err="1"/>
              <a:t>kenapa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'</a:t>
            </a:r>
            <a:r>
              <a:rPr lang="en-US" dirty="0" err="1"/>
              <a:t>Variabel</a:t>
            </a:r>
            <a:r>
              <a:rPr lang="en-US" dirty="0"/>
              <a:t>' / </a:t>
            </a:r>
            <a:r>
              <a:rPr lang="en-US" dirty="0" err="1"/>
              <a:t>bervariasi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52450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5355A-D417-4E31-B993-D424B1D1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Aturan Membuat Nama Variabel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4A971-7831-4222-83EC-086E614B9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TIDAK BOLEH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spasi</a:t>
            </a:r>
            <a:r>
              <a:rPr lang="en-US" dirty="0"/>
              <a:t> (</a:t>
            </a:r>
            <a:r>
              <a:rPr lang="en-US" dirty="0" err="1"/>
              <a:t>gunakan_underscore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camelCase).</a:t>
            </a:r>
          </a:p>
          <a:p>
            <a:pPr marL="0" indent="0">
              <a:buNone/>
            </a:pPr>
            <a:r>
              <a:rPr lang="en-US" dirty="0"/>
              <a:t>2. TIDAK BOLEH </a:t>
            </a:r>
            <a:r>
              <a:rPr lang="en-US" dirty="0" err="1"/>
              <a:t>diawali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(1nama -&gt; salah, nama1 -&gt; </a:t>
            </a:r>
            <a:r>
              <a:rPr lang="en-US" dirty="0" err="1"/>
              <a:t>benar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Bersifat</a:t>
            </a:r>
            <a:r>
              <a:rPr lang="en-US" dirty="0"/>
              <a:t> Case Sensitive (</a:t>
            </a:r>
            <a:r>
              <a:rPr lang="en-US" dirty="0" err="1"/>
              <a:t>umur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Umur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yang </a:t>
            </a:r>
            <a:r>
              <a:rPr lang="en-US" dirty="0" err="1"/>
              <a:t>jelas</a:t>
            </a:r>
            <a:r>
              <a:rPr lang="en-US" dirty="0"/>
              <a:t>! (</a:t>
            </a:r>
            <a:r>
              <a:rPr lang="en-US" dirty="0" err="1"/>
              <a:t>Jangan</a:t>
            </a:r>
            <a:r>
              <a:rPr lang="en-US" dirty="0"/>
              <a:t> </a:t>
            </a:r>
            <a:r>
              <a:rPr lang="en-US" dirty="0" err="1"/>
              <a:t>gunakan</a:t>
            </a:r>
            <a:r>
              <a:rPr lang="en-US" dirty="0"/>
              <a:t> 'x' </a:t>
            </a:r>
            <a:r>
              <a:rPr lang="en-US" dirty="0" err="1"/>
              <a:t>atau</a:t>
            </a:r>
            <a:r>
              <a:rPr lang="en-US" dirty="0"/>
              <a:t> 'y'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maksudnya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'</a:t>
            </a:r>
            <a:r>
              <a:rPr lang="en-US" dirty="0" err="1"/>
              <a:t>nilaiTugas</a:t>
            </a:r>
            <a:r>
              <a:rPr lang="en-US" dirty="0"/>
              <a:t>').</a:t>
            </a:r>
          </a:p>
        </p:txBody>
      </p:sp>
    </p:spTree>
    <p:extLst>
      <p:ext uri="{BB962C8B-B14F-4D97-AF65-F5344CB8AC3E}">
        <p14:creationId xmlns:p14="http://schemas.microsoft.com/office/powerpoint/2010/main" val="418731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9AE8A-6628-4CD7-A7BF-503A28C7A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Tipe</a:t>
            </a:r>
            <a:r>
              <a:rPr lang="en-US" dirty="0"/>
              <a:t> Data Angka (</a:t>
            </a:r>
            <a:r>
              <a:rPr lang="en-US" dirty="0" err="1"/>
              <a:t>Numerik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37557-7472-4EA8-99B5-EE27BF2D7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 (Integer) : Angka </a:t>
            </a:r>
            <a:r>
              <a:rPr lang="en-US" dirty="0" err="1"/>
              <a:t>bulat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koma</a:t>
            </a:r>
            <a:r>
              <a:rPr lang="en-US" dirty="0"/>
              <a:t>.</a:t>
            </a:r>
          </a:p>
          <a:p>
            <a:r>
              <a:rPr lang="en-US" dirty="0" err="1"/>
              <a:t>Contoh</a:t>
            </a:r>
            <a:r>
              <a:rPr lang="en-US" dirty="0"/>
              <a:t>: int </a:t>
            </a:r>
            <a:r>
              <a:rPr lang="en-US" dirty="0" err="1"/>
              <a:t>angkatan</a:t>
            </a:r>
            <a:r>
              <a:rPr lang="en-US" dirty="0"/>
              <a:t> = 2026;</a:t>
            </a:r>
          </a:p>
          <a:p>
            <a:r>
              <a:rPr lang="en-US" dirty="0"/>
              <a:t>double : Angka </a:t>
            </a:r>
            <a:r>
              <a:rPr lang="en-US" dirty="0" err="1"/>
              <a:t>pecahan</a:t>
            </a:r>
            <a:r>
              <a:rPr lang="en-US" dirty="0"/>
              <a:t> / </a:t>
            </a:r>
            <a:r>
              <a:rPr lang="en-US" dirty="0" err="1"/>
              <a:t>desimal</a:t>
            </a:r>
            <a:r>
              <a:rPr lang="en-US" dirty="0"/>
              <a:t> (paling </a:t>
            </a:r>
            <a:r>
              <a:rPr lang="en-US" dirty="0" err="1"/>
              <a:t>aman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).</a:t>
            </a:r>
          </a:p>
          <a:p>
            <a:r>
              <a:rPr lang="en-US" dirty="0" err="1"/>
              <a:t>Contoh</a:t>
            </a:r>
            <a:r>
              <a:rPr lang="en-US" dirty="0"/>
              <a:t>: double </a:t>
            </a:r>
            <a:r>
              <a:rPr lang="en-US" dirty="0" err="1"/>
              <a:t>ipk</a:t>
            </a:r>
            <a:r>
              <a:rPr lang="en-US" dirty="0"/>
              <a:t> = 3.85;</a:t>
            </a:r>
          </a:p>
          <a:p>
            <a:r>
              <a:rPr lang="en-US" dirty="0"/>
              <a:t>float : Angka </a:t>
            </a:r>
            <a:r>
              <a:rPr lang="en-US" dirty="0" err="1"/>
              <a:t>desimal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ringan</a:t>
            </a:r>
            <a:r>
              <a:rPr lang="en-US" dirty="0"/>
              <a:t>, </a:t>
            </a:r>
            <a:r>
              <a:rPr lang="en-US" dirty="0" err="1"/>
              <a:t>wajib</a:t>
            </a:r>
            <a:r>
              <a:rPr lang="en-US" dirty="0"/>
              <a:t> </a:t>
            </a:r>
            <a:r>
              <a:rPr lang="en-US" dirty="0" err="1"/>
              <a:t>diakhiri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'f'.</a:t>
            </a:r>
          </a:p>
          <a:p>
            <a:r>
              <a:rPr lang="en-US" dirty="0" err="1"/>
              <a:t>Contoh</a:t>
            </a:r>
            <a:r>
              <a:rPr lang="en-US" dirty="0"/>
              <a:t>: float </a:t>
            </a:r>
            <a:r>
              <a:rPr lang="en-US" dirty="0" err="1"/>
              <a:t>suhu</a:t>
            </a:r>
            <a:r>
              <a:rPr lang="en-US" dirty="0"/>
              <a:t> = 36.5f;</a:t>
            </a:r>
          </a:p>
        </p:txBody>
      </p:sp>
    </p:spTree>
    <p:extLst>
      <p:ext uri="{BB962C8B-B14F-4D97-AF65-F5344CB8AC3E}">
        <p14:creationId xmlns:p14="http://schemas.microsoft.com/office/powerpoint/2010/main" val="1219189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1CC53-8424-4168-B08B-E96E8DE67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2750"/>
            <a:ext cx="10515600" cy="1325563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Tipe</a:t>
            </a:r>
            <a:r>
              <a:rPr lang="en-US" dirty="0"/>
              <a:t> Data Teks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8410F-D388-43AB-A41A-A000235F3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690688"/>
            <a:ext cx="11353800" cy="4351338"/>
          </a:xfrm>
        </p:spPr>
        <p:txBody>
          <a:bodyPr/>
          <a:lstStyle/>
          <a:p>
            <a:r>
              <a:rPr lang="en-US" dirty="0"/>
              <a:t>char : HANYA 1 KARAKTER. </a:t>
            </a:r>
            <a:r>
              <a:rPr lang="en-US" dirty="0" err="1"/>
              <a:t>Wajib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kutip</a:t>
            </a:r>
            <a:r>
              <a:rPr lang="en-US" dirty="0"/>
              <a:t> SATU (' ').</a:t>
            </a:r>
          </a:p>
          <a:p>
            <a:r>
              <a:rPr lang="en-US" dirty="0" err="1"/>
              <a:t>Contoh</a:t>
            </a:r>
            <a:r>
              <a:rPr lang="en-US" dirty="0"/>
              <a:t>: char </a:t>
            </a:r>
            <a:r>
              <a:rPr lang="en-US" dirty="0" err="1"/>
              <a:t>golonganDarah</a:t>
            </a:r>
            <a:r>
              <a:rPr lang="en-US" dirty="0"/>
              <a:t> = 'O';</a:t>
            </a:r>
          </a:p>
          <a:p>
            <a:endParaRPr lang="en-US" dirty="0"/>
          </a:p>
          <a:p>
            <a:r>
              <a:rPr lang="en-US" dirty="0"/>
              <a:t>string : Kumpulan </a:t>
            </a:r>
            <a:r>
              <a:rPr lang="en-US" dirty="0" err="1"/>
              <a:t>teks</a:t>
            </a:r>
            <a:r>
              <a:rPr lang="en-US" dirty="0"/>
              <a:t>/</a:t>
            </a:r>
            <a:r>
              <a:rPr lang="en-US" dirty="0" err="1"/>
              <a:t>kalimat</a:t>
            </a:r>
            <a:r>
              <a:rPr lang="en-US" dirty="0"/>
              <a:t>. </a:t>
            </a:r>
            <a:r>
              <a:rPr lang="en-US" dirty="0" err="1"/>
              <a:t>Wajib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dirty="0" err="1"/>
              <a:t>kutip</a:t>
            </a:r>
            <a:r>
              <a:rPr lang="en-US" dirty="0"/>
              <a:t> DUA (" ").</a:t>
            </a:r>
          </a:p>
          <a:p>
            <a:r>
              <a:rPr lang="en-US" dirty="0" err="1"/>
              <a:t>Contoh</a:t>
            </a:r>
            <a:r>
              <a:rPr lang="en-US" dirty="0"/>
              <a:t>: string </a:t>
            </a:r>
            <a:r>
              <a:rPr lang="en-US" dirty="0" err="1"/>
              <a:t>kampus</a:t>
            </a:r>
            <a:r>
              <a:rPr lang="en-US" dirty="0"/>
              <a:t> = "Universitas </a:t>
            </a:r>
            <a:r>
              <a:rPr lang="en-US" dirty="0" err="1"/>
              <a:t>Wiraraja</a:t>
            </a:r>
            <a:r>
              <a:rPr lang="en-US" dirty="0"/>
              <a:t>";</a:t>
            </a:r>
          </a:p>
        </p:txBody>
      </p:sp>
    </p:spTree>
    <p:extLst>
      <p:ext uri="{BB962C8B-B14F-4D97-AF65-F5344CB8AC3E}">
        <p14:creationId xmlns:p14="http://schemas.microsoft.com/office/powerpoint/2010/main" val="3447356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325D0-E771-4C8F-861D-7E5F360C3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3. Tipe Data Logika (Boolean)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A7142-12A0-45D0-8BEB-E1C497F85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bool :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menampung</a:t>
            </a:r>
            <a:r>
              <a:rPr lang="en-US" dirty="0"/>
              <a:t> 2 </a:t>
            </a:r>
            <a:r>
              <a:rPr lang="en-US" dirty="0" err="1"/>
              <a:t>nilai</a:t>
            </a:r>
            <a:r>
              <a:rPr lang="en-US" dirty="0"/>
              <a:t>: true (</a:t>
            </a:r>
            <a:r>
              <a:rPr lang="en-US" dirty="0" err="1"/>
              <a:t>benar</a:t>
            </a:r>
            <a:r>
              <a:rPr lang="en-US" dirty="0"/>
              <a:t>) </a:t>
            </a:r>
            <a:r>
              <a:rPr lang="en-US" dirty="0" err="1"/>
              <a:t>atau</a:t>
            </a:r>
            <a:r>
              <a:rPr lang="en-US" dirty="0"/>
              <a:t> false (salah).</a:t>
            </a:r>
          </a:p>
          <a:p>
            <a:r>
              <a:rPr lang="en-US" dirty="0"/>
              <a:t>Sangat </a:t>
            </a: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(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percabangan</a:t>
            </a:r>
            <a:r>
              <a:rPr lang="en-US" dirty="0"/>
              <a:t>) </a:t>
            </a:r>
            <a:r>
              <a:rPr lang="en-US" dirty="0" err="1"/>
              <a:t>nanti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r>
              <a:rPr lang="en-US" dirty="0"/>
              <a:t>  bool </a:t>
            </a:r>
            <a:r>
              <a:rPr lang="en-US" dirty="0" err="1"/>
              <a:t>sudahLulus</a:t>
            </a:r>
            <a:r>
              <a:rPr lang="en-US" dirty="0"/>
              <a:t> = false;</a:t>
            </a:r>
          </a:p>
          <a:p>
            <a:r>
              <a:rPr lang="en-US" dirty="0"/>
              <a:t>  bool </a:t>
            </a:r>
            <a:r>
              <a:rPr lang="en-US" dirty="0" err="1"/>
              <a:t>statusAktif</a:t>
            </a:r>
            <a:r>
              <a:rPr lang="en-US" dirty="0"/>
              <a:t> = true;</a:t>
            </a:r>
          </a:p>
        </p:txBody>
      </p:sp>
    </p:spTree>
    <p:extLst>
      <p:ext uri="{BB962C8B-B14F-4D97-AF65-F5344CB8AC3E}">
        <p14:creationId xmlns:p14="http://schemas.microsoft.com/office/powerpoint/2010/main" val="3625111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58797-5025-405B-AC90-B00549717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Cara Menulisnya di C#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19E68-99B9-446B-8E78-5C44B6D3B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Format </a:t>
            </a:r>
            <a:r>
              <a:rPr lang="en-US" dirty="0" err="1"/>
              <a:t>baku</a:t>
            </a:r>
            <a:r>
              <a:rPr lang="en-US" dirty="0"/>
              <a:t>: [</a:t>
            </a:r>
            <a:r>
              <a:rPr lang="en-US" dirty="0" err="1"/>
              <a:t>TipeData</a:t>
            </a:r>
            <a:r>
              <a:rPr lang="en-US" dirty="0"/>
              <a:t>] [</a:t>
            </a:r>
            <a:r>
              <a:rPr lang="en-US" dirty="0" err="1"/>
              <a:t>NamaVariabel</a:t>
            </a:r>
            <a:r>
              <a:rPr lang="en-US" dirty="0"/>
              <a:t>] = [Nilai];</a:t>
            </a:r>
          </a:p>
          <a:p>
            <a:endParaRPr lang="en-US" dirty="0"/>
          </a:p>
          <a:p>
            <a:r>
              <a:rPr lang="en-US" dirty="0"/>
              <a:t>1. </a:t>
            </a:r>
            <a:r>
              <a:rPr lang="en-US" dirty="0" err="1"/>
              <a:t>Deklarasi</a:t>
            </a:r>
            <a:r>
              <a:rPr lang="en-US" dirty="0"/>
              <a:t> (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kotak</a:t>
            </a:r>
            <a:r>
              <a:rPr lang="en-US" dirty="0"/>
              <a:t>)</a:t>
            </a:r>
          </a:p>
          <a:p>
            <a:r>
              <a:rPr lang="en-US" dirty="0"/>
              <a:t>string </a:t>
            </a:r>
            <a:r>
              <a:rPr lang="en-US" dirty="0" err="1"/>
              <a:t>asalKota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Inisialisasi</a:t>
            </a:r>
            <a:r>
              <a:rPr lang="en-US" dirty="0"/>
              <a:t> (</a:t>
            </a:r>
            <a:r>
              <a:rPr lang="en-US" dirty="0" err="1"/>
              <a:t>Mengisi</a:t>
            </a:r>
            <a:r>
              <a:rPr lang="en-US" dirty="0"/>
              <a:t> </a:t>
            </a:r>
            <a:r>
              <a:rPr lang="en-US" dirty="0" err="1"/>
              <a:t>kotak</a:t>
            </a:r>
            <a:r>
              <a:rPr lang="en-US" dirty="0"/>
              <a:t>)</a:t>
            </a:r>
          </a:p>
          <a:p>
            <a:r>
              <a:rPr lang="en-US" dirty="0" err="1"/>
              <a:t>asalKota</a:t>
            </a:r>
            <a:r>
              <a:rPr lang="en-US" dirty="0"/>
              <a:t> = "</a:t>
            </a:r>
            <a:r>
              <a:rPr lang="en-US" dirty="0" err="1"/>
              <a:t>Sumenep</a:t>
            </a:r>
            <a:r>
              <a:rPr lang="en-US" dirty="0"/>
              <a:t>";</a:t>
            </a:r>
          </a:p>
          <a:p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Deklarasi</a:t>
            </a:r>
            <a:r>
              <a:rPr lang="en-US" dirty="0"/>
              <a:t> + </a:t>
            </a:r>
            <a:r>
              <a:rPr lang="en-US" dirty="0" err="1"/>
              <a:t>Inisialisasi</a:t>
            </a:r>
            <a:r>
              <a:rPr lang="en-US" dirty="0"/>
              <a:t> (Cara </a:t>
            </a:r>
            <a:r>
              <a:rPr lang="en-US" dirty="0" err="1"/>
              <a:t>Cepat</a:t>
            </a:r>
            <a:r>
              <a:rPr lang="en-US" dirty="0"/>
              <a:t>)</a:t>
            </a:r>
          </a:p>
          <a:p>
            <a:r>
              <a:rPr lang="en-US" dirty="0"/>
              <a:t>int </a:t>
            </a:r>
            <a:r>
              <a:rPr lang="en-US" dirty="0" err="1"/>
              <a:t>umur</a:t>
            </a:r>
            <a:r>
              <a:rPr lang="en-US" dirty="0"/>
              <a:t> = 18;</a:t>
            </a:r>
          </a:p>
        </p:txBody>
      </p:sp>
    </p:spTree>
    <p:extLst>
      <p:ext uri="{BB962C8B-B14F-4D97-AF65-F5344CB8AC3E}">
        <p14:creationId xmlns:p14="http://schemas.microsoft.com/office/powerpoint/2010/main" val="35347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E525-9FF6-49BF-A9DC-E684875A1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Praktikum: Biodata Sederhana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EACC1-9322-4EA1-B596-52E7604E8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Ketik</a:t>
            </a:r>
            <a:r>
              <a:rPr lang="en-US" dirty="0"/>
              <a:t> di Visual Studio:</a:t>
            </a:r>
          </a:p>
          <a:p>
            <a:r>
              <a:rPr lang="en-US" dirty="0"/>
              <a:t>string </a:t>
            </a:r>
            <a:r>
              <a:rPr lang="en-US" dirty="0" err="1"/>
              <a:t>nama</a:t>
            </a:r>
            <a:r>
              <a:rPr lang="en-US" dirty="0"/>
              <a:t> = “Nama Kalian";</a:t>
            </a:r>
          </a:p>
          <a:p>
            <a:r>
              <a:rPr lang="en-US" dirty="0"/>
              <a:t>string </a:t>
            </a:r>
            <a:r>
              <a:rPr lang="en-US" dirty="0" err="1"/>
              <a:t>kampus</a:t>
            </a:r>
            <a:r>
              <a:rPr lang="en-US" dirty="0"/>
              <a:t> = "Universitas </a:t>
            </a:r>
            <a:r>
              <a:rPr lang="en-US" dirty="0" err="1"/>
              <a:t>Wiraraja</a:t>
            </a:r>
            <a:r>
              <a:rPr lang="en-US" dirty="0"/>
              <a:t>";</a:t>
            </a:r>
          </a:p>
          <a:p>
            <a:r>
              <a:rPr lang="en-US" dirty="0"/>
              <a:t>int </a:t>
            </a:r>
            <a:r>
              <a:rPr lang="en-US" dirty="0" err="1"/>
              <a:t>angkatan</a:t>
            </a:r>
            <a:r>
              <a:rPr lang="en-US" dirty="0"/>
              <a:t> = 2026;</a:t>
            </a:r>
          </a:p>
          <a:p>
            <a:r>
              <a:rPr lang="en-US" dirty="0"/>
              <a:t>double </a:t>
            </a:r>
            <a:r>
              <a:rPr lang="en-US" dirty="0" err="1"/>
              <a:t>ipkTarget</a:t>
            </a:r>
            <a:r>
              <a:rPr lang="en-US" dirty="0"/>
              <a:t> = 3.90;</a:t>
            </a:r>
          </a:p>
          <a:p>
            <a:endParaRPr lang="en-US" dirty="0"/>
          </a:p>
          <a:p>
            <a:r>
              <a:rPr lang="en-US" dirty="0" err="1"/>
              <a:t>Console.WriteLine</a:t>
            </a:r>
            <a:r>
              <a:rPr lang="en-US" dirty="0"/>
              <a:t>("Halo,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" + </a:t>
            </a:r>
            <a:r>
              <a:rPr lang="en-US" dirty="0" err="1"/>
              <a:t>nama</a:t>
            </a:r>
            <a:r>
              <a:rPr lang="en-US" dirty="0"/>
              <a:t>);</a:t>
            </a:r>
          </a:p>
          <a:p>
            <a:r>
              <a:rPr lang="en-US" dirty="0" err="1"/>
              <a:t>Console.WriteLine</a:t>
            </a:r>
            <a:r>
              <a:rPr lang="en-US" dirty="0"/>
              <a:t>("Saya </a:t>
            </a: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angkatan</a:t>
            </a:r>
            <a:r>
              <a:rPr lang="en-US" dirty="0"/>
              <a:t> " + </a:t>
            </a:r>
            <a:r>
              <a:rPr lang="en-US" dirty="0" err="1"/>
              <a:t>angkatan</a:t>
            </a:r>
            <a:r>
              <a:rPr lang="en-US" dirty="0"/>
              <a:t> + " di " + </a:t>
            </a:r>
            <a:r>
              <a:rPr lang="en-US" dirty="0" err="1"/>
              <a:t>kampus</a:t>
            </a:r>
            <a:r>
              <a:rPr lang="en-US" dirty="0"/>
              <a:t>);</a:t>
            </a:r>
          </a:p>
          <a:p>
            <a:r>
              <a:rPr lang="en-US" dirty="0" err="1"/>
              <a:t>Console.WriteLine</a:t>
            </a:r>
            <a:r>
              <a:rPr lang="en-US" dirty="0"/>
              <a:t>("Target IPK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" + </a:t>
            </a:r>
            <a:r>
              <a:rPr lang="en-US" dirty="0" err="1"/>
              <a:t>ipkTarget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29422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04631-44C3-4090-B326-FF75A81798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Sesi Tanya Jawab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706C73-CBCE-43EA-A1A1-D09E444824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Materi berikutnya: Meminta Input dari Pengguna (Console.ReadLine)</a:t>
            </a:r>
          </a:p>
        </p:txBody>
      </p:sp>
    </p:spTree>
    <p:extLst>
      <p:ext uri="{BB962C8B-B14F-4D97-AF65-F5344CB8AC3E}">
        <p14:creationId xmlns:p14="http://schemas.microsoft.com/office/powerpoint/2010/main" val="1633721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482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Pertemuan 2: Variabel &amp; Tipe Data</vt:lpstr>
      <vt:lpstr>Agenda Kita Hari Ini</vt:lpstr>
      <vt:lpstr>Apa Itu Variabel?</vt:lpstr>
      <vt:lpstr>Aturan Membuat Nama Variabel</vt:lpstr>
      <vt:lpstr>1. Tipe Data Angka (Numerik)</vt:lpstr>
      <vt:lpstr>2. Tipe Data Teks</vt:lpstr>
      <vt:lpstr>3. Tipe Data Logika (Boolean)</vt:lpstr>
      <vt:lpstr>Cara Menulisnya di C#</vt:lpstr>
      <vt:lpstr>Praktikum: Biodata Sederhana</vt:lpstr>
      <vt:lpstr>Sesi Tanya Jawab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2: Variabel &amp; Tipe Data</dc:title>
  <dc:creator>BAPSI</dc:creator>
  <cp:lastModifiedBy>BAPSI</cp:lastModifiedBy>
  <cp:revision>3</cp:revision>
  <dcterms:created xsi:type="dcterms:W3CDTF">2026-08-20T06:00:13Z</dcterms:created>
  <dcterms:modified xsi:type="dcterms:W3CDTF">2026-08-20T09:05:54Z</dcterms:modified>
</cp:coreProperties>
</file>